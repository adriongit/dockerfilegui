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2"/>
  </p:notesMasterIdLst>
  <p:sldIdLst>
    <p:sldId id="256" r:id="rId2"/>
    <p:sldId id="257" r:id="rId3"/>
    <p:sldId id="260" r:id="rId4"/>
    <p:sldId id="259" r:id="rId5"/>
    <p:sldId id="333" r:id="rId6"/>
    <p:sldId id="298" r:id="rId7"/>
    <p:sldId id="313" r:id="rId8"/>
    <p:sldId id="316" r:id="rId9"/>
    <p:sldId id="315" r:id="rId10"/>
    <p:sldId id="302" r:id="rId11"/>
    <p:sldId id="328" r:id="rId12"/>
    <p:sldId id="332" r:id="rId13"/>
    <p:sldId id="331" r:id="rId14"/>
    <p:sldId id="321" r:id="rId15"/>
    <p:sldId id="299" r:id="rId16"/>
    <p:sldId id="304" r:id="rId17"/>
    <p:sldId id="336" r:id="rId18"/>
    <p:sldId id="338" r:id="rId19"/>
    <p:sldId id="300" r:id="rId20"/>
    <p:sldId id="309" r:id="rId21"/>
    <p:sldId id="307" r:id="rId22"/>
    <p:sldId id="308" r:id="rId23"/>
    <p:sldId id="301" r:id="rId24"/>
    <p:sldId id="310" r:id="rId25"/>
    <p:sldId id="311" r:id="rId26"/>
    <p:sldId id="312" r:id="rId27"/>
    <p:sldId id="324" r:id="rId28"/>
    <p:sldId id="325" r:id="rId29"/>
    <p:sldId id="326" r:id="rId30"/>
    <p:sldId id="339" r:id="rId31"/>
  </p:sldIdLst>
  <p:sldSz cx="9144000" cy="5143500" type="screen16x9"/>
  <p:notesSz cx="6858000" cy="9144000"/>
  <p:embeddedFontLst>
    <p:embeddedFont>
      <p:font typeface="DM Sans" pitchFamily="2" charset="0"/>
      <p:regular r:id="rId33"/>
      <p:bold r:id="rId34"/>
      <p:italic r:id="rId35"/>
      <p:boldItalic r:id="rId36"/>
    </p:embeddedFont>
    <p:embeddedFont>
      <p:font typeface="Yu Mincho Light" panose="02020300000000000000" pitchFamily="18" charset="-128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BBF8"/>
    <a:srgbClr val="6DB1FF"/>
    <a:srgbClr val="099CEC"/>
    <a:srgbClr val="59C0F9"/>
    <a:srgbClr val="F7F7F7"/>
    <a:srgbClr val="7AC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79706-AFF7-440A-817E-FDE47CAEC975}" v="3738" dt="2025-03-04T15:41:47.545"/>
    <p1510:client id="{D82DE051-CA42-423C-9077-2EBEC149A9C8}" v="4862" dt="2025-03-04T15:42:38.379"/>
  </p1510:revLst>
</p1510:revInfo>
</file>

<file path=ppt/tableStyles.xml><?xml version="1.0" encoding="utf-8"?>
<a:tblStyleLst xmlns:a="http://schemas.openxmlformats.org/drawingml/2006/main" def="{58474B59-DB70-4F4B-971F-36D40C71AFB1}">
  <a:tblStyle styleId="{58474B59-DB70-4F4B-971F-36D40C71AF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325D3D-1DA4-49AD-A470-7E3FBA8BF5E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32fcd6f7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32fcd6f7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>
          <a:extLst>
            <a:ext uri="{FF2B5EF4-FFF2-40B4-BE49-F238E27FC236}">
              <a16:creationId xmlns:a16="http://schemas.microsoft.com/office/drawing/2014/main" id="{BA743A6B-EDA3-4791-6084-1CE34547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84d99d1a72_0_2:notes">
            <a:extLst>
              <a:ext uri="{FF2B5EF4-FFF2-40B4-BE49-F238E27FC236}">
                <a16:creationId xmlns:a16="http://schemas.microsoft.com/office/drawing/2014/main" id="{E7586D3F-510F-1965-A96C-6A51DB602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84d99d1a72_0_2:notes">
            <a:extLst>
              <a:ext uri="{FF2B5EF4-FFF2-40B4-BE49-F238E27FC236}">
                <a16:creationId xmlns:a16="http://schemas.microsoft.com/office/drawing/2014/main" id="{0E222869-083C-1C9B-CF75-E2E607953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230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065F06D5-3447-55DE-5745-250436313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54dda1946d_6_308:notes">
            <a:extLst>
              <a:ext uri="{FF2B5EF4-FFF2-40B4-BE49-F238E27FC236}">
                <a16:creationId xmlns:a16="http://schemas.microsoft.com/office/drawing/2014/main" id="{24D7B4A9-86CC-6CA6-37DF-217494F50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54dda1946d_6_308:notes">
            <a:extLst>
              <a:ext uri="{FF2B5EF4-FFF2-40B4-BE49-F238E27FC236}">
                <a16:creationId xmlns:a16="http://schemas.microsoft.com/office/drawing/2014/main" id="{D33E40F7-55BE-C43F-CB34-4052D8C42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725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10D0BB8F-6520-7C9D-285A-0EAED919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84d99d1a72_0_57:notes">
            <a:extLst>
              <a:ext uri="{FF2B5EF4-FFF2-40B4-BE49-F238E27FC236}">
                <a16:creationId xmlns:a16="http://schemas.microsoft.com/office/drawing/2014/main" id="{955DB31B-CB8F-92CC-DD35-325F41066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84d99d1a72_0_57:notes">
            <a:extLst>
              <a:ext uri="{FF2B5EF4-FFF2-40B4-BE49-F238E27FC236}">
                <a16:creationId xmlns:a16="http://schemas.microsoft.com/office/drawing/2014/main" id="{2A6AEB73-6182-4935-761C-14BE3A9BE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358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>
          <a:extLst>
            <a:ext uri="{FF2B5EF4-FFF2-40B4-BE49-F238E27FC236}">
              <a16:creationId xmlns:a16="http://schemas.microsoft.com/office/drawing/2014/main" id="{E9D8A30B-893F-A10C-2668-95B84D56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84d99d1a72_0_15:notes">
            <a:extLst>
              <a:ext uri="{FF2B5EF4-FFF2-40B4-BE49-F238E27FC236}">
                <a16:creationId xmlns:a16="http://schemas.microsoft.com/office/drawing/2014/main" id="{8CEF1849-5FCB-C9A5-4098-E4EA3FB40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184d99d1a72_0_15:notes">
            <a:extLst>
              <a:ext uri="{FF2B5EF4-FFF2-40B4-BE49-F238E27FC236}">
                <a16:creationId xmlns:a16="http://schemas.microsoft.com/office/drawing/2014/main" id="{9CEE3BAF-EC38-4FB6-A74D-656E55E88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8494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F79CCC96-CAEC-1CBC-2BE3-5FCF7A25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84d99d1a72_0_57:notes">
            <a:extLst>
              <a:ext uri="{FF2B5EF4-FFF2-40B4-BE49-F238E27FC236}">
                <a16:creationId xmlns:a16="http://schemas.microsoft.com/office/drawing/2014/main" id="{83C80454-26A6-C608-52D5-60BEC0C59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84d99d1a72_0_57:notes">
            <a:extLst>
              <a:ext uri="{FF2B5EF4-FFF2-40B4-BE49-F238E27FC236}">
                <a16:creationId xmlns:a16="http://schemas.microsoft.com/office/drawing/2014/main" id="{59FA6501-B277-85C8-4DB5-36D28741A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692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8AF37E6A-7557-8351-93C1-B788794F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>
            <a:extLst>
              <a:ext uri="{FF2B5EF4-FFF2-40B4-BE49-F238E27FC236}">
                <a16:creationId xmlns:a16="http://schemas.microsoft.com/office/drawing/2014/main" id="{C4B98617-2ED8-C6F8-314B-41BF784CD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>
            <a:extLst>
              <a:ext uri="{FF2B5EF4-FFF2-40B4-BE49-F238E27FC236}">
                <a16:creationId xmlns:a16="http://schemas.microsoft.com/office/drawing/2014/main" id="{E5F4D0F9-A7AC-15F7-9AB2-6BB86C939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866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4FF86C20-6BB8-0FD2-DDE8-9B6871DF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>
            <a:extLst>
              <a:ext uri="{FF2B5EF4-FFF2-40B4-BE49-F238E27FC236}">
                <a16:creationId xmlns:a16="http://schemas.microsoft.com/office/drawing/2014/main" id="{3FBF5B24-3DAE-DBB9-3313-9A975BA84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>
            <a:extLst>
              <a:ext uri="{FF2B5EF4-FFF2-40B4-BE49-F238E27FC236}">
                <a16:creationId xmlns:a16="http://schemas.microsoft.com/office/drawing/2014/main" id="{B9EC1813-6325-18A4-C4C1-8F53595C4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385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96A00D79-8026-D1EF-B5C1-79B031C4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>
            <a:extLst>
              <a:ext uri="{FF2B5EF4-FFF2-40B4-BE49-F238E27FC236}">
                <a16:creationId xmlns:a16="http://schemas.microsoft.com/office/drawing/2014/main" id="{607B8B1D-0C92-B04E-30C4-C582EBE09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>
            <a:extLst>
              <a:ext uri="{FF2B5EF4-FFF2-40B4-BE49-F238E27FC236}">
                <a16:creationId xmlns:a16="http://schemas.microsoft.com/office/drawing/2014/main" id="{17F4C827-AA00-835F-2EE8-7F8D6F4D7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235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5461FEF7-C46E-B666-BCCD-6824D99B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>
            <a:extLst>
              <a:ext uri="{FF2B5EF4-FFF2-40B4-BE49-F238E27FC236}">
                <a16:creationId xmlns:a16="http://schemas.microsoft.com/office/drawing/2014/main" id="{894A1F86-09A1-293F-EB8E-DA2C135B2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>
            <a:extLst>
              <a:ext uri="{FF2B5EF4-FFF2-40B4-BE49-F238E27FC236}">
                <a16:creationId xmlns:a16="http://schemas.microsoft.com/office/drawing/2014/main" id="{B5E85CEB-0FE1-D5AD-A9C0-C4BA5B195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056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>
          <a:extLst>
            <a:ext uri="{FF2B5EF4-FFF2-40B4-BE49-F238E27FC236}">
              <a16:creationId xmlns:a16="http://schemas.microsoft.com/office/drawing/2014/main" id="{055E2C08-F3AC-2053-D3C3-49D5C0D4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18680c38407_0_0:notes">
            <a:extLst>
              <a:ext uri="{FF2B5EF4-FFF2-40B4-BE49-F238E27FC236}">
                <a16:creationId xmlns:a16="http://schemas.microsoft.com/office/drawing/2014/main" id="{F0955D41-8E8C-630F-AC0A-0B9D55DC8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18680c38407_0_0:notes">
            <a:extLst>
              <a:ext uri="{FF2B5EF4-FFF2-40B4-BE49-F238E27FC236}">
                <a16:creationId xmlns:a16="http://schemas.microsoft.com/office/drawing/2014/main" id="{19AF9438-6E28-50FC-A242-E3C52AF4E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118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CF60901B-3D1C-4531-E3CF-18BAC9FE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54dda1946d_6_308:notes">
            <a:extLst>
              <a:ext uri="{FF2B5EF4-FFF2-40B4-BE49-F238E27FC236}">
                <a16:creationId xmlns:a16="http://schemas.microsoft.com/office/drawing/2014/main" id="{52823843-ABD2-FD08-2683-C969BFAD7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54dda1946d_6_308:notes">
            <a:extLst>
              <a:ext uri="{FF2B5EF4-FFF2-40B4-BE49-F238E27FC236}">
                <a16:creationId xmlns:a16="http://schemas.microsoft.com/office/drawing/2014/main" id="{E6ACBC75-B2BA-EFB5-DE3F-A9A1AAB3B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692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77A8370A-4A5B-8751-8EF8-50AFB357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>
            <a:extLst>
              <a:ext uri="{FF2B5EF4-FFF2-40B4-BE49-F238E27FC236}">
                <a16:creationId xmlns:a16="http://schemas.microsoft.com/office/drawing/2014/main" id="{0A9F91DD-FEFB-9016-C9E4-048A61D47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>
            <a:extLst>
              <a:ext uri="{FF2B5EF4-FFF2-40B4-BE49-F238E27FC236}">
                <a16:creationId xmlns:a16="http://schemas.microsoft.com/office/drawing/2014/main" id="{94EB6E68-EB46-8EF4-46FA-5E255D437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0330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EADF380B-EFC8-C03B-2A80-398582E0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>
            <a:extLst>
              <a:ext uri="{FF2B5EF4-FFF2-40B4-BE49-F238E27FC236}">
                <a16:creationId xmlns:a16="http://schemas.microsoft.com/office/drawing/2014/main" id="{C078DD69-8DC6-5697-1037-E200AAD2F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>
            <a:extLst>
              <a:ext uri="{FF2B5EF4-FFF2-40B4-BE49-F238E27FC236}">
                <a16:creationId xmlns:a16="http://schemas.microsoft.com/office/drawing/2014/main" id="{3EB3A3A2-D0C0-7643-6E97-3D1F71BE4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599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>
          <a:extLst>
            <a:ext uri="{FF2B5EF4-FFF2-40B4-BE49-F238E27FC236}">
              <a16:creationId xmlns:a16="http://schemas.microsoft.com/office/drawing/2014/main" id="{A5A1A747-76CD-BB85-2D0B-049BA9AE4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22:notes">
            <a:extLst>
              <a:ext uri="{FF2B5EF4-FFF2-40B4-BE49-F238E27FC236}">
                <a16:creationId xmlns:a16="http://schemas.microsoft.com/office/drawing/2014/main" id="{EC0CB031-4268-B2B8-F3D5-39754574D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22:notes">
            <a:extLst>
              <a:ext uri="{FF2B5EF4-FFF2-40B4-BE49-F238E27FC236}">
                <a16:creationId xmlns:a16="http://schemas.microsoft.com/office/drawing/2014/main" id="{77E48C2F-2BC2-B458-6320-8A467E3C9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024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6D759CC1-4F2A-9E05-8FA7-B54ADE6C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54dda1946d_6_308:notes">
            <a:extLst>
              <a:ext uri="{FF2B5EF4-FFF2-40B4-BE49-F238E27FC236}">
                <a16:creationId xmlns:a16="http://schemas.microsoft.com/office/drawing/2014/main" id="{19E61FDF-F3B6-7214-713E-3D9AEFDB88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54dda1946d_6_308:notes">
            <a:extLst>
              <a:ext uri="{FF2B5EF4-FFF2-40B4-BE49-F238E27FC236}">
                <a16:creationId xmlns:a16="http://schemas.microsoft.com/office/drawing/2014/main" id="{87AA0624-1AEA-B287-41F1-2881E9644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468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>
          <a:extLst>
            <a:ext uri="{FF2B5EF4-FFF2-40B4-BE49-F238E27FC236}">
              <a16:creationId xmlns:a16="http://schemas.microsoft.com/office/drawing/2014/main" id="{B118C343-1B10-7BAA-D7C1-D7A3845D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84d99d1a72_0_15:notes">
            <a:extLst>
              <a:ext uri="{FF2B5EF4-FFF2-40B4-BE49-F238E27FC236}">
                <a16:creationId xmlns:a16="http://schemas.microsoft.com/office/drawing/2014/main" id="{F597EE4C-C88E-6945-1294-17A08CEC3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184d99d1a72_0_15:notes">
            <a:extLst>
              <a:ext uri="{FF2B5EF4-FFF2-40B4-BE49-F238E27FC236}">
                <a16:creationId xmlns:a16="http://schemas.microsoft.com/office/drawing/2014/main" id="{28CEB557-15A9-B9BE-E9D9-5CDD24E7B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92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>
          <a:extLst>
            <a:ext uri="{FF2B5EF4-FFF2-40B4-BE49-F238E27FC236}">
              <a16:creationId xmlns:a16="http://schemas.microsoft.com/office/drawing/2014/main" id="{673295D3-9A21-6626-CC8B-712850CD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54dda1946d_6_332:notes">
            <a:extLst>
              <a:ext uri="{FF2B5EF4-FFF2-40B4-BE49-F238E27FC236}">
                <a16:creationId xmlns:a16="http://schemas.microsoft.com/office/drawing/2014/main" id="{DD0D90D2-6A4D-CD30-7637-BF76B30F5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54dda1946d_6_332:notes">
            <a:extLst>
              <a:ext uri="{FF2B5EF4-FFF2-40B4-BE49-F238E27FC236}">
                <a16:creationId xmlns:a16="http://schemas.microsoft.com/office/drawing/2014/main" id="{2B7023A3-F9DE-FC44-658D-45514C17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03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>
          <a:extLst>
            <a:ext uri="{FF2B5EF4-FFF2-40B4-BE49-F238E27FC236}">
              <a16:creationId xmlns:a16="http://schemas.microsoft.com/office/drawing/2014/main" id="{5214A07E-58FC-35ED-75B8-BFB08E15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84d99d1a72_0_2:notes">
            <a:extLst>
              <a:ext uri="{FF2B5EF4-FFF2-40B4-BE49-F238E27FC236}">
                <a16:creationId xmlns:a16="http://schemas.microsoft.com/office/drawing/2014/main" id="{829BF4FC-3FD3-9EDC-CBFA-903ADD6771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84d99d1a72_0_2:notes">
            <a:extLst>
              <a:ext uri="{FF2B5EF4-FFF2-40B4-BE49-F238E27FC236}">
                <a16:creationId xmlns:a16="http://schemas.microsoft.com/office/drawing/2014/main" id="{C65CC283-78E7-91AF-1C40-6E25E9223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3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8C3494FD-891D-4FC5-3EEB-86959CFB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54dda1946d_6_308:notes">
            <a:extLst>
              <a:ext uri="{FF2B5EF4-FFF2-40B4-BE49-F238E27FC236}">
                <a16:creationId xmlns:a16="http://schemas.microsoft.com/office/drawing/2014/main" id="{C05E82FC-1315-2AE3-106F-A9A4F2E67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54dda1946d_6_308:notes">
            <a:extLst>
              <a:ext uri="{FF2B5EF4-FFF2-40B4-BE49-F238E27FC236}">
                <a16:creationId xmlns:a16="http://schemas.microsoft.com/office/drawing/2014/main" id="{554BD933-1F42-CEA4-4344-38D5F3643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0771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>
          <a:extLst>
            <a:ext uri="{FF2B5EF4-FFF2-40B4-BE49-F238E27FC236}">
              <a16:creationId xmlns:a16="http://schemas.microsoft.com/office/drawing/2014/main" id="{9280AEDA-F233-8A80-A50B-1EDA3140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54dda1946d_6_332:notes">
            <a:extLst>
              <a:ext uri="{FF2B5EF4-FFF2-40B4-BE49-F238E27FC236}">
                <a16:creationId xmlns:a16="http://schemas.microsoft.com/office/drawing/2014/main" id="{52890609-5B67-63E5-27A1-1E45E2EB4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54dda1946d_6_332:notes">
            <a:extLst>
              <a:ext uri="{FF2B5EF4-FFF2-40B4-BE49-F238E27FC236}">
                <a16:creationId xmlns:a16="http://schemas.microsoft.com/office/drawing/2014/main" id="{2AD93422-5709-D25F-FDE0-B9FB03117A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54387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>
          <a:extLst>
            <a:ext uri="{FF2B5EF4-FFF2-40B4-BE49-F238E27FC236}">
              <a16:creationId xmlns:a16="http://schemas.microsoft.com/office/drawing/2014/main" id="{20EA2C57-7321-BCDD-2583-86A35BE4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84d99d1a72_0_15:notes">
            <a:extLst>
              <a:ext uri="{FF2B5EF4-FFF2-40B4-BE49-F238E27FC236}">
                <a16:creationId xmlns:a16="http://schemas.microsoft.com/office/drawing/2014/main" id="{86F22BA3-8361-C331-B5B5-6AAE37F75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184d99d1a72_0_15:notes">
            <a:extLst>
              <a:ext uri="{FF2B5EF4-FFF2-40B4-BE49-F238E27FC236}">
                <a16:creationId xmlns:a16="http://schemas.microsoft.com/office/drawing/2014/main" id="{F79B5CF0-9F15-1E81-85F9-105944A16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6501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406C0E81-E4A3-A82E-3ECB-3D615352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84d99d1a72_0_57:notes">
            <a:extLst>
              <a:ext uri="{FF2B5EF4-FFF2-40B4-BE49-F238E27FC236}">
                <a16:creationId xmlns:a16="http://schemas.microsoft.com/office/drawing/2014/main" id="{273C314C-8E17-ADD8-F0AC-F254A03B0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84d99d1a72_0_57:notes">
            <a:extLst>
              <a:ext uri="{FF2B5EF4-FFF2-40B4-BE49-F238E27FC236}">
                <a16:creationId xmlns:a16="http://schemas.microsoft.com/office/drawing/2014/main" id="{4445E165-9A89-DB08-7483-B8EFA5CF9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4166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>
          <a:extLst>
            <a:ext uri="{FF2B5EF4-FFF2-40B4-BE49-F238E27FC236}">
              <a16:creationId xmlns:a16="http://schemas.microsoft.com/office/drawing/2014/main" id="{E21CA471-1879-E474-1EB8-1D3C5D4A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18680c38407_0_0:notes">
            <a:extLst>
              <a:ext uri="{FF2B5EF4-FFF2-40B4-BE49-F238E27FC236}">
                <a16:creationId xmlns:a16="http://schemas.microsoft.com/office/drawing/2014/main" id="{DB4FD0A9-3804-DB20-787D-C01011AD4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18680c38407_0_0:notes">
            <a:extLst>
              <a:ext uri="{FF2B5EF4-FFF2-40B4-BE49-F238E27FC236}">
                <a16:creationId xmlns:a16="http://schemas.microsoft.com/office/drawing/2014/main" id="{8308875A-AD07-9ECC-CB5B-70DCB4C09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9791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>
          <a:extLst>
            <a:ext uri="{FF2B5EF4-FFF2-40B4-BE49-F238E27FC236}">
              <a16:creationId xmlns:a16="http://schemas.microsoft.com/office/drawing/2014/main" id="{47ABA7C0-7AB2-2D68-F0E3-A154717F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18680c38407_0_0:notes">
            <a:extLst>
              <a:ext uri="{FF2B5EF4-FFF2-40B4-BE49-F238E27FC236}">
                <a16:creationId xmlns:a16="http://schemas.microsoft.com/office/drawing/2014/main" id="{6A2760F7-E26A-2D05-CF6C-29C2444F9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18680c38407_0_0:notes">
            <a:extLst>
              <a:ext uri="{FF2B5EF4-FFF2-40B4-BE49-F238E27FC236}">
                <a16:creationId xmlns:a16="http://schemas.microsoft.com/office/drawing/2014/main" id="{467922C4-96A2-9929-91A4-AC2B242CC0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8312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>
          <a:extLst>
            <a:ext uri="{FF2B5EF4-FFF2-40B4-BE49-F238E27FC236}">
              <a16:creationId xmlns:a16="http://schemas.microsoft.com/office/drawing/2014/main" id="{9D6DE849-2C23-7165-655C-1A987DE3D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54dda1946d_4_2726:notes">
            <a:extLst>
              <a:ext uri="{FF2B5EF4-FFF2-40B4-BE49-F238E27FC236}">
                <a16:creationId xmlns:a16="http://schemas.microsoft.com/office/drawing/2014/main" id="{ECBFBF10-22E3-ECC8-8388-375FACA38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54dda1946d_4_2726:notes">
            <a:extLst>
              <a:ext uri="{FF2B5EF4-FFF2-40B4-BE49-F238E27FC236}">
                <a16:creationId xmlns:a16="http://schemas.microsoft.com/office/drawing/2014/main" id="{00E38E03-7223-4134-633C-91910A342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664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52371" y="4028341"/>
            <a:ext cx="374394" cy="962866"/>
            <a:chOff x="-720900" y="1958300"/>
            <a:chExt cx="462900" cy="1190488"/>
          </a:xfrm>
        </p:grpSpPr>
        <p:sp>
          <p:nvSpPr>
            <p:cNvPr id="10" name="Google Shape;10;p2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" name="Google Shape;25;p2"/>
          <p:cNvGrpSpPr/>
          <p:nvPr/>
        </p:nvGrpSpPr>
        <p:grpSpPr>
          <a:xfrm rot="5400000">
            <a:off x="8322971" y="-141834"/>
            <a:ext cx="374394" cy="962866"/>
            <a:chOff x="-720900" y="1958300"/>
            <a:chExt cx="462900" cy="1190488"/>
          </a:xfrm>
        </p:grpSpPr>
        <p:sp>
          <p:nvSpPr>
            <p:cNvPr id="26" name="Google Shape;26;p2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713225" y="539492"/>
            <a:ext cx="4924200" cy="19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713225" y="2736852"/>
            <a:ext cx="2578200" cy="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818325" y="2380401"/>
            <a:ext cx="4383600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title" idx="2" hasCustomPrompt="1"/>
          </p:nvPr>
        </p:nvSpPr>
        <p:spPr>
          <a:xfrm>
            <a:off x="818325" y="657900"/>
            <a:ext cx="2396400" cy="158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6" name="Google Shape;46;p3"/>
          <p:cNvGrpSpPr/>
          <p:nvPr/>
        </p:nvGrpSpPr>
        <p:grpSpPr>
          <a:xfrm rot="10800000" flipH="1">
            <a:off x="152371" y="152402"/>
            <a:ext cx="374394" cy="962866"/>
            <a:chOff x="-720900" y="1958300"/>
            <a:chExt cx="462900" cy="1190488"/>
          </a:xfrm>
        </p:grpSpPr>
        <p:sp>
          <p:nvSpPr>
            <p:cNvPr id="47" name="Google Shape;47;p3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2" name="Google Shape;62;p3"/>
          <p:cNvGrpSpPr/>
          <p:nvPr/>
        </p:nvGrpSpPr>
        <p:grpSpPr>
          <a:xfrm rot="5400000" flipH="1">
            <a:off x="446646" y="4322477"/>
            <a:ext cx="374394" cy="962866"/>
            <a:chOff x="-720900" y="1958300"/>
            <a:chExt cx="462900" cy="1190488"/>
          </a:xfrm>
        </p:grpSpPr>
        <p:sp>
          <p:nvSpPr>
            <p:cNvPr id="63" name="Google Shape;63;p3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1"/>
          </p:nvPr>
        </p:nvSpPr>
        <p:spPr>
          <a:xfrm>
            <a:off x="4956776" y="2726550"/>
            <a:ext cx="27471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2"/>
          </p:nvPr>
        </p:nvSpPr>
        <p:spPr>
          <a:xfrm>
            <a:off x="1440125" y="2726550"/>
            <a:ext cx="27471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3"/>
          </p:nvPr>
        </p:nvSpPr>
        <p:spPr>
          <a:xfrm>
            <a:off x="1440123" y="2229099"/>
            <a:ext cx="2747100" cy="4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subTitle" idx="4"/>
          </p:nvPr>
        </p:nvSpPr>
        <p:spPr>
          <a:xfrm>
            <a:off x="4956777" y="2229099"/>
            <a:ext cx="2747100" cy="4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152371" y="4028341"/>
            <a:ext cx="374394" cy="962866"/>
            <a:chOff x="-720900" y="1958300"/>
            <a:chExt cx="462900" cy="1190488"/>
          </a:xfrm>
        </p:grpSpPr>
        <p:sp>
          <p:nvSpPr>
            <p:cNvPr id="120" name="Google Shape;120;p5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5" name="Google Shape;135;p5"/>
          <p:cNvGrpSpPr/>
          <p:nvPr/>
        </p:nvGrpSpPr>
        <p:grpSpPr>
          <a:xfrm rot="5400000">
            <a:off x="8322971" y="-141834"/>
            <a:ext cx="374394" cy="962866"/>
            <a:chOff x="-720900" y="1958300"/>
            <a:chExt cx="462900" cy="1190488"/>
          </a:xfrm>
        </p:grpSpPr>
        <p:sp>
          <p:nvSpPr>
            <p:cNvPr id="136" name="Google Shape;136;p5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3" name="Google Shape;153;p6"/>
          <p:cNvGrpSpPr/>
          <p:nvPr/>
        </p:nvGrpSpPr>
        <p:grpSpPr>
          <a:xfrm rot="10800000" flipH="1">
            <a:off x="152371" y="152402"/>
            <a:ext cx="374394" cy="962866"/>
            <a:chOff x="-720900" y="1958300"/>
            <a:chExt cx="462900" cy="1190488"/>
          </a:xfrm>
        </p:grpSpPr>
        <p:sp>
          <p:nvSpPr>
            <p:cNvPr id="154" name="Google Shape;154;p6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9" name="Google Shape;169;p6"/>
          <p:cNvGrpSpPr/>
          <p:nvPr/>
        </p:nvGrpSpPr>
        <p:grpSpPr>
          <a:xfrm rot="5400000" flipH="1">
            <a:off x="8322971" y="4322577"/>
            <a:ext cx="374394" cy="962866"/>
            <a:chOff x="-720900" y="1958300"/>
            <a:chExt cx="462900" cy="1190488"/>
          </a:xfrm>
        </p:grpSpPr>
        <p:sp>
          <p:nvSpPr>
            <p:cNvPr id="170" name="Google Shape;170;p6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>
            <a:spLocks noGrp="1"/>
          </p:cNvSpPr>
          <p:nvPr>
            <p:ph type="title"/>
          </p:nvPr>
        </p:nvSpPr>
        <p:spPr>
          <a:xfrm>
            <a:off x="713225" y="1248000"/>
            <a:ext cx="3971700" cy="79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7"/>
          <p:cNvSpPr txBox="1">
            <a:spLocks noGrp="1"/>
          </p:cNvSpPr>
          <p:nvPr>
            <p:ph type="subTitle" idx="1"/>
          </p:nvPr>
        </p:nvSpPr>
        <p:spPr>
          <a:xfrm>
            <a:off x="713225" y="2040300"/>
            <a:ext cx="3971700" cy="1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8" name="Google Shape;188;p7"/>
          <p:cNvSpPr>
            <a:spLocks noGrp="1"/>
          </p:cNvSpPr>
          <p:nvPr>
            <p:ph type="pic" idx="2"/>
          </p:nvPr>
        </p:nvSpPr>
        <p:spPr>
          <a:xfrm>
            <a:off x="5328075" y="998300"/>
            <a:ext cx="3102900" cy="4145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189" name="Google Shape;189;p7"/>
          <p:cNvGrpSpPr/>
          <p:nvPr/>
        </p:nvGrpSpPr>
        <p:grpSpPr>
          <a:xfrm rot="-5400000">
            <a:off x="446646" y="4322466"/>
            <a:ext cx="374394" cy="962866"/>
            <a:chOff x="-720900" y="1958300"/>
            <a:chExt cx="462900" cy="1190488"/>
          </a:xfrm>
        </p:grpSpPr>
        <p:sp>
          <p:nvSpPr>
            <p:cNvPr id="190" name="Google Shape;190;p7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806525"/>
            <a:ext cx="5246400" cy="10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4" name="Google Shape;214;p11"/>
          <p:cNvSpPr txBox="1">
            <a:spLocks noGrp="1"/>
          </p:cNvSpPr>
          <p:nvPr>
            <p:ph type="subTitle" idx="1"/>
          </p:nvPr>
        </p:nvSpPr>
        <p:spPr>
          <a:xfrm>
            <a:off x="713225" y="2901150"/>
            <a:ext cx="5246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15" name="Google Shape;215;p11"/>
          <p:cNvGrpSpPr/>
          <p:nvPr/>
        </p:nvGrpSpPr>
        <p:grpSpPr>
          <a:xfrm>
            <a:off x="242321" y="150516"/>
            <a:ext cx="374394" cy="962866"/>
            <a:chOff x="-720900" y="1958300"/>
            <a:chExt cx="462900" cy="1190488"/>
          </a:xfrm>
        </p:grpSpPr>
        <p:sp>
          <p:nvSpPr>
            <p:cNvPr id="216" name="Google Shape;216;p11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1" name="Google Shape;231;p11"/>
          <p:cNvGrpSpPr/>
          <p:nvPr/>
        </p:nvGrpSpPr>
        <p:grpSpPr>
          <a:xfrm rot="5400000">
            <a:off x="1110171" y="-143709"/>
            <a:ext cx="374394" cy="962866"/>
            <a:chOff x="-720900" y="1958300"/>
            <a:chExt cx="462900" cy="1190488"/>
          </a:xfrm>
        </p:grpSpPr>
        <p:sp>
          <p:nvSpPr>
            <p:cNvPr id="232" name="Google Shape;232;p11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5" name="Google Shape;235;p11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 txBox="1">
            <a:spLocks noGrp="1"/>
          </p:cNvSpPr>
          <p:nvPr>
            <p:ph type="title"/>
          </p:nvPr>
        </p:nvSpPr>
        <p:spPr>
          <a:xfrm>
            <a:off x="4070575" y="345968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30" name="Google Shape;330;p15"/>
          <p:cNvSpPr txBox="1">
            <a:spLocks noGrp="1"/>
          </p:cNvSpPr>
          <p:nvPr>
            <p:ph type="subTitle" idx="1"/>
          </p:nvPr>
        </p:nvSpPr>
        <p:spPr>
          <a:xfrm>
            <a:off x="3745250" y="801375"/>
            <a:ext cx="4685400" cy="24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31" name="Google Shape;331;p15"/>
          <p:cNvGrpSpPr/>
          <p:nvPr/>
        </p:nvGrpSpPr>
        <p:grpSpPr>
          <a:xfrm>
            <a:off x="242321" y="150516"/>
            <a:ext cx="374394" cy="962866"/>
            <a:chOff x="-720900" y="1958300"/>
            <a:chExt cx="462900" cy="1190488"/>
          </a:xfrm>
        </p:grpSpPr>
        <p:sp>
          <p:nvSpPr>
            <p:cNvPr id="332" name="Google Shape;332;p15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7"/>
          <p:cNvSpPr txBox="1">
            <a:spLocks noGrp="1"/>
          </p:cNvSpPr>
          <p:nvPr>
            <p:ph type="subTitle" idx="1"/>
          </p:nvPr>
        </p:nvSpPr>
        <p:spPr>
          <a:xfrm>
            <a:off x="937625" y="272654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7"/>
          <p:cNvSpPr txBox="1">
            <a:spLocks noGrp="1"/>
          </p:cNvSpPr>
          <p:nvPr>
            <p:ph type="subTitle" idx="2"/>
          </p:nvPr>
        </p:nvSpPr>
        <p:spPr>
          <a:xfrm>
            <a:off x="3484347" y="272654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7"/>
          <p:cNvSpPr txBox="1">
            <a:spLocks noGrp="1"/>
          </p:cNvSpPr>
          <p:nvPr>
            <p:ph type="subTitle" idx="3"/>
          </p:nvPr>
        </p:nvSpPr>
        <p:spPr>
          <a:xfrm>
            <a:off x="6031075" y="272654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7"/>
          <p:cNvSpPr txBox="1">
            <a:spLocks noGrp="1"/>
          </p:cNvSpPr>
          <p:nvPr>
            <p:ph type="subTitle" idx="4"/>
          </p:nvPr>
        </p:nvSpPr>
        <p:spPr>
          <a:xfrm>
            <a:off x="937625" y="2230075"/>
            <a:ext cx="2175300" cy="4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8" name="Google Shape;388;p17"/>
          <p:cNvSpPr txBox="1">
            <a:spLocks noGrp="1"/>
          </p:cNvSpPr>
          <p:nvPr>
            <p:ph type="subTitle" idx="5"/>
          </p:nvPr>
        </p:nvSpPr>
        <p:spPr>
          <a:xfrm>
            <a:off x="3484350" y="2230075"/>
            <a:ext cx="2175300" cy="4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9" name="Google Shape;389;p17"/>
          <p:cNvSpPr txBox="1">
            <a:spLocks noGrp="1"/>
          </p:cNvSpPr>
          <p:nvPr>
            <p:ph type="subTitle" idx="6"/>
          </p:nvPr>
        </p:nvSpPr>
        <p:spPr>
          <a:xfrm>
            <a:off x="6031075" y="2230075"/>
            <a:ext cx="2175300" cy="4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390" name="Google Shape;390;p17"/>
          <p:cNvGrpSpPr/>
          <p:nvPr/>
        </p:nvGrpSpPr>
        <p:grpSpPr>
          <a:xfrm rot="10800000" flipH="1">
            <a:off x="152371" y="152402"/>
            <a:ext cx="374394" cy="962866"/>
            <a:chOff x="-720900" y="1958300"/>
            <a:chExt cx="462900" cy="1190488"/>
          </a:xfrm>
        </p:grpSpPr>
        <p:sp>
          <p:nvSpPr>
            <p:cNvPr id="391" name="Google Shape;391;p17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6" name="Google Shape;406;p17"/>
          <p:cNvGrpSpPr/>
          <p:nvPr/>
        </p:nvGrpSpPr>
        <p:grpSpPr>
          <a:xfrm rot="5400000" flipH="1">
            <a:off x="8322971" y="4322577"/>
            <a:ext cx="374394" cy="962866"/>
            <a:chOff x="-720900" y="1958300"/>
            <a:chExt cx="462900" cy="1190488"/>
          </a:xfrm>
        </p:grpSpPr>
        <p:sp>
          <p:nvSpPr>
            <p:cNvPr id="407" name="Google Shape;407;p17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18"/>
          <p:cNvSpPr txBox="1">
            <a:spLocks noGrp="1"/>
          </p:cNvSpPr>
          <p:nvPr>
            <p:ph type="subTitle" idx="1"/>
          </p:nvPr>
        </p:nvSpPr>
        <p:spPr>
          <a:xfrm>
            <a:off x="1253224" y="1825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18"/>
          <p:cNvSpPr txBox="1">
            <a:spLocks noGrp="1"/>
          </p:cNvSpPr>
          <p:nvPr>
            <p:ph type="subTitle" idx="2"/>
          </p:nvPr>
        </p:nvSpPr>
        <p:spPr>
          <a:xfrm>
            <a:off x="5079776" y="1825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8"/>
          <p:cNvSpPr txBox="1">
            <a:spLocks noGrp="1"/>
          </p:cNvSpPr>
          <p:nvPr>
            <p:ph type="subTitle" idx="3"/>
          </p:nvPr>
        </p:nvSpPr>
        <p:spPr>
          <a:xfrm>
            <a:off x="1253224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8"/>
          <p:cNvSpPr txBox="1">
            <a:spLocks noGrp="1"/>
          </p:cNvSpPr>
          <p:nvPr>
            <p:ph type="subTitle" idx="4"/>
          </p:nvPr>
        </p:nvSpPr>
        <p:spPr>
          <a:xfrm>
            <a:off x="5079776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18"/>
          <p:cNvSpPr txBox="1">
            <a:spLocks noGrp="1"/>
          </p:cNvSpPr>
          <p:nvPr>
            <p:ph type="subTitle" idx="5"/>
          </p:nvPr>
        </p:nvSpPr>
        <p:spPr>
          <a:xfrm>
            <a:off x="1253224" y="145555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9" name="Google Shape;429;p18"/>
          <p:cNvSpPr txBox="1">
            <a:spLocks noGrp="1"/>
          </p:cNvSpPr>
          <p:nvPr>
            <p:ph type="subTitle" idx="6"/>
          </p:nvPr>
        </p:nvSpPr>
        <p:spPr>
          <a:xfrm>
            <a:off x="1253224" y="326860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0" name="Google Shape;430;p18"/>
          <p:cNvSpPr txBox="1">
            <a:spLocks noGrp="1"/>
          </p:cNvSpPr>
          <p:nvPr>
            <p:ph type="subTitle" idx="7"/>
          </p:nvPr>
        </p:nvSpPr>
        <p:spPr>
          <a:xfrm>
            <a:off x="5079749" y="145555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1" name="Google Shape;431;p18"/>
          <p:cNvSpPr txBox="1">
            <a:spLocks noGrp="1"/>
          </p:cNvSpPr>
          <p:nvPr>
            <p:ph type="subTitle" idx="8"/>
          </p:nvPr>
        </p:nvSpPr>
        <p:spPr>
          <a:xfrm>
            <a:off x="5079749" y="326860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432" name="Google Shape;432;p18"/>
          <p:cNvGrpSpPr/>
          <p:nvPr/>
        </p:nvGrpSpPr>
        <p:grpSpPr>
          <a:xfrm>
            <a:off x="152371" y="4028341"/>
            <a:ext cx="374394" cy="962866"/>
            <a:chOff x="-720900" y="1958300"/>
            <a:chExt cx="462900" cy="1190488"/>
          </a:xfrm>
        </p:grpSpPr>
        <p:sp>
          <p:nvSpPr>
            <p:cNvPr id="433" name="Google Shape;433;p18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48" name="Google Shape;448;p18"/>
          <p:cNvGrpSpPr/>
          <p:nvPr/>
        </p:nvGrpSpPr>
        <p:grpSpPr>
          <a:xfrm rot="5400000">
            <a:off x="8322971" y="-141834"/>
            <a:ext cx="374394" cy="962866"/>
            <a:chOff x="-720900" y="1958300"/>
            <a:chExt cx="462900" cy="1190488"/>
          </a:xfrm>
        </p:grpSpPr>
        <p:sp>
          <p:nvSpPr>
            <p:cNvPr id="449" name="Google Shape;449;p18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9"/>
          <p:cNvSpPr txBox="1">
            <a:spLocks noGrp="1"/>
          </p:cNvSpPr>
          <p:nvPr>
            <p:ph type="subTitle" idx="1"/>
          </p:nvPr>
        </p:nvSpPr>
        <p:spPr>
          <a:xfrm>
            <a:off x="720000" y="1950311"/>
            <a:ext cx="2432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9"/>
          <p:cNvSpPr txBox="1">
            <a:spLocks noGrp="1"/>
          </p:cNvSpPr>
          <p:nvPr>
            <p:ph type="subTitle" idx="2"/>
          </p:nvPr>
        </p:nvSpPr>
        <p:spPr>
          <a:xfrm>
            <a:off x="3355800" y="1950311"/>
            <a:ext cx="2432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9"/>
          <p:cNvSpPr txBox="1">
            <a:spLocks noGrp="1"/>
          </p:cNvSpPr>
          <p:nvPr>
            <p:ph type="subTitle" idx="3"/>
          </p:nvPr>
        </p:nvSpPr>
        <p:spPr>
          <a:xfrm>
            <a:off x="720000" y="3680600"/>
            <a:ext cx="2432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subTitle" idx="4"/>
          </p:nvPr>
        </p:nvSpPr>
        <p:spPr>
          <a:xfrm>
            <a:off x="3355800" y="3680600"/>
            <a:ext cx="2432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5"/>
          </p:nvPr>
        </p:nvSpPr>
        <p:spPr>
          <a:xfrm>
            <a:off x="5991600" y="1950311"/>
            <a:ext cx="2432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9"/>
          <p:cNvSpPr txBox="1">
            <a:spLocks noGrp="1"/>
          </p:cNvSpPr>
          <p:nvPr>
            <p:ph type="subTitle" idx="6"/>
          </p:nvPr>
        </p:nvSpPr>
        <p:spPr>
          <a:xfrm>
            <a:off x="5991600" y="3680600"/>
            <a:ext cx="2432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9"/>
          <p:cNvSpPr txBox="1">
            <a:spLocks noGrp="1"/>
          </p:cNvSpPr>
          <p:nvPr>
            <p:ph type="subTitle" idx="7"/>
          </p:nvPr>
        </p:nvSpPr>
        <p:spPr>
          <a:xfrm>
            <a:off x="720000" y="1576413"/>
            <a:ext cx="243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3" name="Google Shape;473;p19"/>
          <p:cNvSpPr txBox="1">
            <a:spLocks noGrp="1"/>
          </p:cNvSpPr>
          <p:nvPr>
            <p:ph type="subTitle" idx="8"/>
          </p:nvPr>
        </p:nvSpPr>
        <p:spPr>
          <a:xfrm>
            <a:off x="3355800" y="1576413"/>
            <a:ext cx="243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4" name="Google Shape;474;p19"/>
          <p:cNvSpPr txBox="1">
            <a:spLocks noGrp="1"/>
          </p:cNvSpPr>
          <p:nvPr>
            <p:ph type="subTitle" idx="9"/>
          </p:nvPr>
        </p:nvSpPr>
        <p:spPr>
          <a:xfrm>
            <a:off x="5992200" y="1576413"/>
            <a:ext cx="243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5" name="Google Shape;475;p19"/>
          <p:cNvSpPr txBox="1">
            <a:spLocks noGrp="1"/>
          </p:cNvSpPr>
          <p:nvPr>
            <p:ph type="subTitle" idx="13"/>
          </p:nvPr>
        </p:nvSpPr>
        <p:spPr>
          <a:xfrm>
            <a:off x="720000" y="3303500"/>
            <a:ext cx="243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6" name="Google Shape;476;p19"/>
          <p:cNvSpPr txBox="1">
            <a:spLocks noGrp="1"/>
          </p:cNvSpPr>
          <p:nvPr>
            <p:ph type="subTitle" idx="14"/>
          </p:nvPr>
        </p:nvSpPr>
        <p:spPr>
          <a:xfrm>
            <a:off x="3355800" y="3303500"/>
            <a:ext cx="243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7" name="Google Shape;477;p19"/>
          <p:cNvSpPr txBox="1">
            <a:spLocks noGrp="1"/>
          </p:cNvSpPr>
          <p:nvPr>
            <p:ph type="subTitle" idx="15"/>
          </p:nvPr>
        </p:nvSpPr>
        <p:spPr>
          <a:xfrm>
            <a:off x="5992200" y="3303500"/>
            <a:ext cx="243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478" name="Google Shape;478;p19"/>
          <p:cNvGrpSpPr/>
          <p:nvPr/>
        </p:nvGrpSpPr>
        <p:grpSpPr>
          <a:xfrm flipH="1">
            <a:off x="8617208" y="4028341"/>
            <a:ext cx="374394" cy="962866"/>
            <a:chOff x="-720900" y="1958300"/>
            <a:chExt cx="462900" cy="1190488"/>
          </a:xfrm>
        </p:grpSpPr>
        <p:sp>
          <p:nvSpPr>
            <p:cNvPr id="479" name="Google Shape;479;p19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94" name="Google Shape;494;p19"/>
          <p:cNvGrpSpPr/>
          <p:nvPr/>
        </p:nvGrpSpPr>
        <p:grpSpPr>
          <a:xfrm rot="-5400000" flipH="1">
            <a:off x="446608" y="-141834"/>
            <a:ext cx="374394" cy="962866"/>
            <a:chOff x="-720900" y="1958300"/>
            <a:chExt cx="462900" cy="1190488"/>
          </a:xfrm>
        </p:grpSpPr>
        <p:sp>
          <p:nvSpPr>
            <p:cNvPr id="495" name="Google Shape;495;p19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6" name="Google Shape;496;p19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7" name="Google Shape;497;p19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22"/>
          <p:cNvGrpSpPr/>
          <p:nvPr/>
        </p:nvGrpSpPr>
        <p:grpSpPr>
          <a:xfrm flipH="1">
            <a:off x="8617208" y="4028341"/>
            <a:ext cx="374394" cy="962866"/>
            <a:chOff x="-720900" y="1958300"/>
            <a:chExt cx="462900" cy="1190488"/>
          </a:xfrm>
        </p:grpSpPr>
        <p:sp>
          <p:nvSpPr>
            <p:cNvPr id="555" name="Google Shape;555;p22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70" name="Google Shape;570;p22"/>
          <p:cNvGrpSpPr/>
          <p:nvPr/>
        </p:nvGrpSpPr>
        <p:grpSpPr>
          <a:xfrm rot="-5400000" flipH="1">
            <a:off x="446608" y="-141834"/>
            <a:ext cx="374394" cy="962866"/>
            <a:chOff x="-720900" y="1958300"/>
            <a:chExt cx="462900" cy="1190488"/>
          </a:xfrm>
        </p:grpSpPr>
        <p:sp>
          <p:nvSpPr>
            <p:cNvPr id="571" name="Google Shape;571;p22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86" name="Google Shape;586;p22"/>
          <p:cNvGrpSpPr/>
          <p:nvPr/>
        </p:nvGrpSpPr>
        <p:grpSpPr>
          <a:xfrm flipH="1">
            <a:off x="8617208" y="152391"/>
            <a:ext cx="374394" cy="962866"/>
            <a:chOff x="-720900" y="1958300"/>
            <a:chExt cx="462900" cy="1190488"/>
          </a:xfrm>
        </p:grpSpPr>
        <p:sp>
          <p:nvSpPr>
            <p:cNvPr id="587" name="Google Shape;587;p22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9" name="Google Shape;599;p22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1" name="Google Shape;601;p22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23"/>
          <p:cNvGrpSpPr/>
          <p:nvPr/>
        </p:nvGrpSpPr>
        <p:grpSpPr>
          <a:xfrm rot="5400000" flipH="1">
            <a:off x="446646" y="4322466"/>
            <a:ext cx="374394" cy="962866"/>
            <a:chOff x="-720900" y="1958300"/>
            <a:chExt cx="462900" cy="1190488"/>
          </a:xfrm>
        </p:grpSpPr>
        <p:sp>
          <p:nvSpPr>
            <p:cNvPr id="604" name="Google Shape;604;p23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9" name="Google Shape;619;p23"/>
          <p:cNvGrpSpPr/>
          <p:nvPr/>
        </p:nvGrpSpPr>
        <p:grpSpPr>
          <a:xfrm rot="5400000">
            <a:off x="8322971" y="-141834"/>
            <a:ext cx="374394" cy="962866"/>
            <a:chOff x="-720900" y="1958300"/>
            <a:chExt cx="462900" cy="1190488"/>
          </a:xfrm>
        </p:grpSpPr>
        <p:sp>
          <p:nvSpPr>
            <p:cNvPr id="620" name="Google Shape;620;p23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35" name="Google Shape;635;p23"/>
          <p:cNvGrpSpPr/>
          <p:nvPr/>
        </p:nvGrpSpPr>
        <p:grpSpPr>
          <a:xfrm>
            <a:off x="152396" y="152391"/>
            <a:ext cx="374394" cy="962866"/>
            <a:chOff x="-720900" y="1958300"/>
            <a:chExt cx="462900" cy="1190488"/>
          </a:xfrm>
        </p:grpSpPr>
        <p:sp>
          <p:nvSpPr>
            <p:cNvPr id="636" name="Google Shape;636;p23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9" name="Google Shape;639;p23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1" r:id="rId11"/>
    <p:sldLayoutId id="2147483663" r:id="rId12"/>
    <p:sldLayoutId id="2147483664" r:id="rId13"/>
    <p:sldLayoutId id="2147483665" r:id="rId14"/>
    <p:sldLayoutId id="2147483668" r:id="rId15"/>
    <p:sldLayoutId id="2147483669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etti-ING-SW-INFO-UniPR/INGSW-2425-T26-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Progetti-ING-SW-INFO-UniPR/INGSW-2425-T26-A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"/>
          <p:cNvSpPr txBox="1">
            <a:spLocks noGrp="1"/>
          </p:cNvSpPr>
          <p:nvPr>
            <p:ph type="ctrTitle"/>
          </p:nvPr>
        </p:nvSpPr>
        <p:spPr>
          <a:xfrm>
            <a:off x="430087" y="586667"/>
            <a:ext cx="5859452" cy="19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Creazione di </a:t>
            </a:r>
            <a:r>
              <a:rPr lang="en">
                <a:solidFill>
                  <a:srgbClr val="099CEC"/>
                </a:solidFill>
              </a:rPr>
              <a:t>DockerFile</a:t>
            </a:r>
            <a:r>
              <a:rPr lang="en"/>
              <a:t> tramite GUI: </a:t>
            </a:r>
            <a:r>
              <a:rPr lang="en">
                <a:solidFill>
                  <a:srgbClr val="099CEC"/>
                </a:solidFill>
              </a:rPr>
              <a:t>AutoDocker</a:t>
            </a:r>
            <a:endParaRPr>
              <a:solidFill>
                <a:srgbClr val="099CEC"/>
              </a:solidFill>
            </a:endParaRPr>
          </a:p>
        </p:txBody>
      </p:sp>
      <p:sp>
        <p:nvSpPr>
          <p:cNvPr id="663" name="Google Shape;663;p27"/>
          <p:cNvSpPr txBox="1">
            <a:spLocks noGrp="1"/>
          </p:cNvSpPr>
          <p:nvPr>
            <p:ph type="subTitle" idx="1"/>
          </p:nvPr>
        </p:nvSpPr>
        <p:spPr>
          <a:xfrm>
            <a:off x="477083" y="2782240"/>
            <a:ext cx="2578200" cy="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Gruppo LZO: </a:t>
            </a:r>
            <a:br>
              <a:rPr lang="en"/>
            </a:br>
            <a:r>
              <a:rPr lang="en">
                <a:solidFill>
                  <a:srgbClr val="099CEC"/>
                </a:solidFill>
              </a:rPr>
              <a:t>Vittorio Pedroni</a:t>
            </a:r>
            <a:br>
              <a:rPr lang="en"/>
            </a:br>
            <a:r>
              <a:rPr lang="en"/>
              <a:t>Adrienne Macazar</a:t>
            </a:r>
            <a:endParaRPr/>
          </a:p>
        </p:txBody>
      </p:sp>
      <p:cxnSp>
        <p:nvCxnSpPr>
          <p:cNvPr id="772" name="Google Shape;772;p27"/>
          <p:cNvCxnSpPr>
            <a:cxnSpLocks/>
          </p:cNvCxnSpPr>
          <p:nvPr/>
        </p:nvCxnSpPr>
        <p:spPr>
          <a:xfrm>
            <a:off x="477083" y="2640253"/>
            <a:ext cx="319575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8AC0E0F1-1A36-206C-ABAC-73AB116D5BD7}"/>
              </a:ext>
            </a:extLst>
          </p:cNvPr>
          <p:cNvGrpSpPr/>
          <p:nvPr/>
        </p:nvGrpSpPr>
        <p:grpSpPr>
          <a:xfrm>
            <a:off x="6135715" y="2237241"/>
            <a:ext cx="2373535" cy="2377422"/>
            <a:chOff x="5125054" y="1684021"/>
            <a:chExt cx="2967386" cy="2949540"/>
          </a:xfrm>
        </p:grpSpPr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55A7FA7A-3295-C76A-C8EB-2C97BD14FE36}"/>
                </a:ext>
              </a:extLst>
            </p:cNvPr>
            <p:cNvSpPr/>
            <p:nvPr/>
          </p:nvSpPr>
          <p:spPr>
            <a:xfrm>
              <a:off x="5125054" y="1684021"/>
              <a:ext cx="2967386" cy="2949540"/>
            </a:xfrm>
            <a:prstGeom prst="ellipse">
              <a:avLst/>
            </a:prstGeom>
            <a:solidFill>
              <a:srgbClr val="F7F7F7"/>
            </a:solidFill>
            <a:ln>
              <a:solidFill>
                <a:srgbClr val="099C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pic>
          <p:nvPicPr>
            <p:cNvPr id="1094" name="Picture 1093" descr="A blue whale with a blue tail and a blue box on it&#10;&#10;AI-generated content may be incorrect.">
              <a:extLst>
                <a:ext uri="{FF2B5EF4-FFF2-40B4-BE49-F238E27FC236}">
                  <a16:creationId xmlns:a16="http://schemas.microsoft.com/office/drawing/2014/main" id="{818DA96F-7908-8EC3-80D9-B01CB75A8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3823" y="1744483"/>
              <a:ext cx="2828617" cy="28286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Struttura </a:t>
            </a:r>
            <a:r>
              <a:rPr lang="en">
                <a:solidFill>
                  <a:schemeClr val="tx1"/>
                </a:solidFill>
              </a:rPr>
              <a:t>presentazione</a:t>
            </a:r>
            <a:endParaRPr/>
          </a:p>
        </p:txBody>
      </p:sp>
      <p:graphicFrame>
        <p:nvGraphicFramePr>
          <p:cNvPr id="779" name="Google Shape;779;p28"/>
          <p:cNvGraphicFramePr/>
          <p:nvPr>
            <p:extLst>
              <p:ext uri="{D42A27DB-BD31-4B8C-83A1-F6EECF244321}">
                <p14:modId xmlns:p14="http://schemas.microsoft.com/office/powerpoint/2010/main" val="1945727351"/>
              </p:ext>
            </p:extLst>
          </p:nvPr>
        </p:nvGraphicFramePr>
        <p:xfrm>
          <a:off x="782784" y="1625669"/>
          <a:ext cx="7578431" cy="2152453"/>
        </p:xfrm>
        <a:graphic>
          <a:graphicData uri="http://schemas.openxmlformats.org/drawingml/2006/table">
            <a:tbl>
              <a:tblPr>
                <a:noFill/>
                <a:tableStyleId>{58474B59-DB70-4F4B-971F-36D40C71AFB1}</a:tableStyleId>
              </a:tblPr>
              <a:tblGrid>
                <a:gridCol w="222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8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01 - Processi di sviluppo</a:t>
                      </a:r>
                      <a:endParaRPr lang="it-IT" sz="1000" b="1" u="sng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9C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Gestione gruppo di lavoro </a:t>
                      </a:r>
                      <a:r>
                        <a:rPr lang="it-IT" sz="90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 comunicazione con il cliente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02 - Requisiti e casi d’uso</a:t>
                      </a:r>
                      <a:endParaRPr sz="1000" b="1" u="sng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9C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Elenco dei requisiti forniti dal cliente e i conseguenti casi d’uso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sng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03 - </a:t>
                      </a:r>
                      <a:r>
                        <a:rPr lang="en-US" sz="1000" b="1" u="sng" err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Struttura</a:t>
                      </a:r>
                      <a:r>
                        <a:rPr lang="en-US" sz="1000" b="1" u="sng" baseline="0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Sito</a:t>
                      </a:r>
                      <a:endParaRPr lang="en-US" sz="1000" b="1" u="sng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9C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900">
                          <a:solidFill>
                            <a:schemeClr val="tx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Descrizione delle pagine e della loro rappresentazione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sng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04 - Processo di Creazione Dockerfile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9C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900"/>
                        <a:t>Descrizione del flusso di lavoro della pagina per generare </a:t>
                      </a:r>
                      <a:r>
                        <a:rPr lang="it-IT" sz="900" err="1"/>
                        <a:t>Dockerfile</a:t>
                      </a:r>
                      <a:endParaRPr lang="en-US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00" b="1" u="sng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05 - Architettura dei componenti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9C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Spiegazione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del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funzionamento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degli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elementi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principali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della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pagina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di </a:t>
                      </a:r>
                      <a:r>
                        <a:rPr lang="en-US" sz="90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generazione</a:t>
                      </a:r>
                      <a:endParaRPr lang="en-US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0" name="Google Shape;780;p28"/>
          <p:cNvSpPr txBox="1"/>
          <p:nvPr/>
        </p:nvSpPr>
        <p:spPr>
          <a:xfrm>
            <a:off x="3433199" y="3952478"/>
            <a:ext cx="2277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 la documentazione completa:</a:t>
            </a:r>
            <a:br>
              <a:rPr lang="en" sz="10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GitHub</a:t>
            </a:r>
            <a:endParaRPr sz="1000" u="sng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74CE2B9-840E-3370-629A-3AB18BCC7B23}"/>
              </a:ext>
            </a:extLst>
          </p:cNvPr>
          <p:cNvCxnSpPr>
            <a:cxnSpLocks/>
          </p:cNvCxnSpPr>
          <p:nvPr/>
        </p:nvCxnSpPr>
        <p:spPr>
          <a:xfrm>
            <a:off x="782784" y="2011086"/>
            <a:ext cx="2229790" cy="0"/>
          </a:xfrm>
          <a:prstGeom prst="line">
            <a:avLst/>
          </a:prstGeom>
          <a:ln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783AAC-E826-111E-98F4-FD4F8A79C924}"/>
              </a:ext>
            </a:extLst>
          </p:cNvPr>
          <p:cNvCxnSpPr>
            <a:cxnSpLocks/>
          </p:cNvCxnSpPr>
          <p:nvPr/>
        </p:nvCxnSpPr>
        <p:spPr>
          <a:xfrm>
            <a:off x="782784" y="1899167"/>
            <a:ext cx="0" cy="266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1"/>
          <p:cNvSpPr txBox="1">
            <a:spLocks noGrp="1"/>
          </p:cNvSpPr>
          <p:nvPr>
            <p:ph type="title"/>
          </p:nvPr>
        </p:nvSpPr>
        <p:spPr>
          <a:xfrm>
            <a:off x="818325" y="2380401"/>
            <a:ext cx="7181478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 di sviluppo</a:t>
            </a:r>
            <a:endParaRPr/>
          </a:p>
        </p:txBody>
      </p:sp>
      <p:sp>
        <p:nvSpPr>
          <p:cNvPr id="831" name="Google Shape;831;p31"/>
          <p:cNvSpPr txBox="1">
            <a:spLocks noGrp="1"/>
          </p:cNvSpPr>
          <p:nvPr>
            <p:ph type="title" idx="2"/>
          </p:nvPr>
        </p:nvSpPr>
        <p:spPr>
          <a:xfrm>
            <a:off x="818325" y="657900"/>
            <a:ext cx="2396400" cy="15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01</a:t>
            </a:r>
          </a:p>
        </p:txBody>
      </p:sp>
      <p:cxnSp>
        <p:nvCxnSpPr>
          <p:cNvPr id="878" name="Google Shape;878;p31"/>
          <p:cNvCxnSpPr>
            <a:cxnSpLocks/>
          </p:cNvCxnSpPr>
          <p:nvPr/>
        </p:nvCxnSpPr>
        <p:spPr>
          <a:xfrm>
            <a:off x="946617" y="2239500"/>
            <a:ext cx="173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/>
          <p:cNvSpPr txBox="1">
            <a:spLocks noGrp="1"/>
          </p:cNvSpPr>
          <p:nvPr>
            <p:ph type="title"/>
          </p:nvPr>
        </p:nvSpPr>
        <p:spPr>
          <a:xfrm>
            <a:off x="713225" y="1248000"/>
            <a:ext cx="4206222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Gestione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tx1"/>
                </a:solidFill>
              </a:rPr>
              <a:t>gruppo di lavoro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04" name="Google Shape;804;p30"/>
          <p:cNvSpPr txBox="1">
            <a:spLocks noGrp="1"/>
          </p:cNvSpPr>
          <p:nvPr>
            <p:ph type="subTitle" idx="1"/>
          </p:nvPr>
        </p:nvSpPr>
        <p:spPr>
          <a:xfrm>
            <a:off x="713225" y="2040299"/>
            <a:ext cx="3988036" cy="2129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/>
              <a:t>Vittorio Pedroni:</a:t>
            </a:r>
          </a:p>
          <a:p>
            <a:pPr lvl="0" algn="l" rtl="0">
              <a:spcBef>
                <a:spcPts val="1000"/>
              </a:spcBef>
              <a:spcAft>
                <a:spcPts val="0"/>
              </a:spcAft>
              <a:buClr>
                <a:srgbClr val="099CEC"/>
              </a:buClr>
              <a:buSzPct val="100000"/>
              <a:buFont typeface="DM Sans" pitchFamily="2" charset="0"/>
              <a:buChar char="●"/>
            </a:pPr>
            <a:r>
              <a:rPr lang="en-US"/>
              <a:t>Processi di </a:t>
            </a:r>
            <a:r>
              <a:rPr lang="en-US" err="1"/>
              <a:t>sviluppo</a:t>
            </a:r>
            <a:endParaRPr lang="en-US"/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99CEC"/>
              </a:buClr>
              <a:buSzPct val="100000"/>
              <a:buFont typeface="DM Sans" pitchFamily="2" charset="0"/>
              <a:buChar char="●"/>
            </a:pPr>
            <a:r>
              <a:rPr lang="en-US" err="1"/>
              <a:t>Requisiti</a:t>
            </a:r>
            <a:r>
              <a:rPr lang="en-US"/>
              <a:t> e </a:t>
            </a:r>
            <a:r>
              <a:rPr lang="en-US" err="1"/>
              <a:t>casi</a:t>
            </a:r>
            <a:r>
              <a:rPr lang="en-US"/>
              <a:t> </a:t>
            </a:r>
            <a:r>
              <a:rPr lang="en-US" err="1"/>
              <a:t>d’uso</a:t>
            </a:r>
            <a:endParaRPr lang="en-US"/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99CEC"/>
              </a:buClr>
              <a:buSzPct val="100000"/>
              <a:buFont typeface="DM Sans" pitchFamily="2" charset="0"/>
              <a:buChar char="●"/>
            </a:pPr>
            <a:r>
              <a:rPr lang="en-US" err="1"/>
              <a:t>Struttura</a:t>
            </a:r>
            <a:r>
              <a:rPr lang="en-US"/>
              <a:t> </a:t>
            </a:r>
            <a:r>
              <a:rPr lang="en-US" err="1"/>
              <a:t>sito</a:t>
            </a:r>
            <a:r>
              <a:rPr lang="en-US"/>
              <a:t> – </a:t>
            </a:r>
            <a:r>
              <a:rPr lang="en-US" err="1"/>
              <a:t>pagine</a:t>
            </a:r>
            <a:r>
              <a:rPr lang="en-US"/>
              <a:t> html e </a:t>
            </a:r>
            <a:r>
              <a:rPr lang="en-US" err="1"/>
              <a:t>css</a:t>
            </a:r>
            <a:endParaRPr lang="en-US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Adrienne </a:t>
            </a:r>
            <a:r>
              <a:rPr lang="en-US" err="1"/>
              <a:t>Macazar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500"/>
          </a:p>
          <a:p>
            <a:pPr>
              <a:buClr>
                <a:srgbClr val="099CEC"/>
              </a:buClr>
              <a:buSzPct val="100000"/>
            </a:pPr>
            <a:r>
              <a:rPr lang="en-US"/>
              <a:t>Setup docker container</a:t>
            </a:r>
          </a:p>
          <a:p>
            <a:pPr>
              <a:buClr>
                <a:srgbClr val="099CEC"/>
              </a:buClr>
              <a:buSzPct val="100000"/>
            </a:pPr>
            <a:r>
              <a:rPr lang="en-US"/>
              <a:t>Frontend – script gestione form</a:t>
            </a:r>
          </a:p>
          <a:p>
            <a:pPr>
              <a:buClr>
                <a:srgbClr val="099CEC"/>
              </a:buClr>
              <a:buSzPct val="100000"/>
            </a:pPr>
            <a:r>
              <a:rPr lang="en-US"/>
              <a:t>Backend – </a:t>
            </a:r>
            <a:r>
              <a:rPr lang="en-US" err="1"/>
              <a:t>generazione</a:t>
            </a:r>
            <a:r>
              <a:rPr lang="en-US"/>
              <a:t> file e download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"/>
          </a:p>
        </p:txBody>
      </p:sp>
      <p:grpSp>
        <p:nvGrpSpPr>
          <p:cNvPr id="810" name="Google Shape;810;p30"/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/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>
          <a:extLst>
            <a:ext uri="{FF2B5EF4-FFF2-40B4-BE49-F238E27FC236}">
              <a16:creationId xmlns:a16="http://schemas.microsoft.com/office/drawing/2014/main" id="{1596EE5B-3BA2-DC03-23ED-615EED97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e 16">
            <a:extLst>
              <a:ext uri="{FF2B5EF4-FFF2-40B4-BE49-F238E27FC236}">
                <a16:creationId xmlns:a16="http://schemas.microsoft.com/office/drawing/2014/main" id="{B850FC70-8AF5-17C0-2892-F75BC1AB5BAE}"/>
              </a:ext>
            </a:extLst>
          </p:cNvPr>
          <p:cNvSpPr/>
          <p:nvPr/>
        </p:nvSpPr>
        <p:spPr>
          <a:xfrm>
            <a:off x="5841512" y="3332899"/>
            <a:ext cx="1502596" cy="1502596"/>
          </a:xfrm>
          <a:prstGeom prst="ellipse">
            <a:avLst/>
          </a:prstGeom>
          <a:solidFill>
            <a:srgbClr val="59C0F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40DB6924-8BC7-27E7-B0ED-80CA46517E8D}"/>
              </a:ext>
            </a:extLst>
          </p:cNvPr>
          <p:cNvSpPr/>
          <p:nvPr/>
        </p:nvSpPr>
        <p:spPr>
          <a:xfrm>
            <a:off x="3625915" y="3559481"/>
            <a:ext cx="1049435" cy="1049435"/>
          </a:xfrm>
          <a:prstGeom prst="ellipse">
            <a:avLst/>
          </a:prstGeom>
          <a:solidFill>
            <a:srgbClr val="59C0F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</a:t>
            </a:r>
            <a:endParaRPr lang="it-IT" dirty="0"/>
          </a:p>
        </p:txBody>
      </p:sp>
      <p:sp>
        <p:nvSpPr>
          <p:cNvPr id="28" name="Google Shape;803;p30">
            <a:extLst>
              <a:ext uri="{FF2B5EF4-FFF2-40B4-BE49-F238E27FC236}">
                <a16:creationId xmlns:a16="http://schemas.microsoft.com/office/drawing/2014/main" id="{56E6FD63-8E1E-68A1-B1B1-9C29DFC2A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3650" y="365989"/>
            <a:ext cx="4949005" cy="17394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099CEC"/>
                </a:solidFill>
              </a:rPr>
              <a:t>Modello </a:t>
            </a:r>
            <a:r>
              <a:rPr lang="en" sz="3500" dirty="0">
                <a:solidFill>
                  <a:schemeClr val="tx1"/>
                </a:solidFill>
              </a:rPr>
              <a:t>utilizzato</a:t>
            </a:r>
            <a:r>
              <a:rPr lang="en" sz="3500" dirty="0">
                <a:solidFill>
                  <a:srgbClr val="099CEC"/>
                </a:solidFill>
              </a:rPr>
              <a:t> </a:t>
            </a:r>
            <a:r>
              <a:rPr lang="en" sz="3500" dirty="0">
                <a:solidFill>
                  <a:schemeClr val="tx1"/>
                </a:solidFill>
              </a:rPr>
              <a:t>e</a:t>
            </a:r>
            <a:br>
              <a:rPr lang="en" sz="3500" dirty="0">
                <a:solidFill>
                  <a:schemeClr val="tx1"/>
                </a:solidFill>
              </a:rPr>
            </a:br>
            <a:r>
              <a:rPr lang="en" sz="3500" dirty="0">
                <a:solidFill>
                  <a:schemeClr val="tx1"/>
                </a:solidFill>
              </a:rPr>
              <a:t>dialogo con il </a:t>
            </a:r>
            <a:r>
              <a:rPr lang="en" sz="3500" dirty="0">
                <a:solidFill>
                  <a:srgbClr val="099CEC"/>
                </a:solidFill>
              </a:rPr>
              <a:t>cliente </a:t>
            </a:r>
            <a:endParaRPr sz="3500" dirty="0">
              <a:solidFill>
                <a:schemeClr val="tx1"/>
              </a:solidFill>
            </a:endParaRPr>
          </a:p>
        </p:txBody>
      </p:sp>
      <p:sp>
        <p:nvSpPr>
          <p:cNvPr id="29" name="Google Shape;804;p30">
            <a:extLst>
              <a:ext uri="{FF2B5EF4-FFF2-40B4-BE49-F238E27FC236}">
                <a16:creationId xmlns:a16="http://schemas.microsoft.com/office/drawing/2014/main" id="{A8E3D926-DE4F-7240-417A-09D3DF47F6D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09769" y="2168369"/>
            <a:ext cx="6570538" cy="1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/>
              <a:t>Durante il processo </a:t>
            </a:r>
            <a:r>
              <a:rPr lang="it-IT" dirty="0"/>
              <a:t>di creazione </a:t>
            </a:r>
            <a:r>
              <a:rPr lang="it-IT"/>
              <a:t>è stato adottato il modello </a:t>
            </a:r>
            <a:r>
              <a:rPr lang="it-IT">
                <a:solidFill>
                  <a:srgbClr val="099CEC"/>
                </a:solidFill>
              </a:rPr>
              <a:t>incrementale</a:t>
            </a:r>
            <a:r>
              <a:rPr lang="it-IT"/>
              <a:t>: </a:t>
            </a: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dirty="0"/>
              <a:t>a partire dalla </a:t>
            </a:r>
            <a:r>
              <a:rPr lang="it-IT" dirty="0">
                <a:solidFill>
                  <a:srgbClr val="099CEC"/>
                </a:solidFill>
              </a:rPr>
              <a:t>funzionalità di base </a:t>
            </a:r>
            <a:r>
              <a:rPr lang="it-IT" dirty="0"/>
              <a:t>sono state aggiunte </a:t>
            </a:r>
            <a:r>
              <a:rPr lang="it-IT" dirty="0">
                <a:solidFill>
                  <a:srgbClr val="099CEC"/>
                </a:solidFill>
              </a:rPr>
              <a:t>ulteriori funzioni</a:t>
            </a:r>
            <a:r>
              <a:rPr lang="it-IT" dirty="0"/>
              <a:t>, o migliorate quelle già esistenti, per soddisfare i </a:t>
            </a:r>
            <a:r>
              <a:rPr lang="it-IT" dirty="0">
                <a:solidFill>
                  <a:srgbClr val="099CEC"/>
                </a:solidFill>
              </a:rPr>
              <a:t>bisogni del cliente </a:t>
            </a:r>
            <a:r>
              <a:rPr lang="it-IT" dirty="0"/>
              <a:t>mantenendo al tempo stesso </a:t>
            </a:r>
            <a:r>
              <a:rPr lang="it-IT" dirty="0">
                <a:solidFill>
                  <a:schemeClr val="tx1"/>
                </a:solidFill>
              </a:rPr>
              <a:t>elasticità.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dirty="0">
                <a:solidFill>
                  <a:schemeClr val="tx1"/>
                </a:solidFill>
              </a:rPr>
              <a:t>Prima di passare alla fase successiva, è stato confermato il corretto funzionamento delle funzionalità implementate.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76CF6EE7-5256-319A-2EA1-723F00A3CC8C}"/>
              </a:ext>
            </a:extLst>
          </p:cNvPr>
          <p:cNvCxnSpPr>
            <a:cxnSpLocks/>
          </p:cNvCxnSpPr>
          <p:nvPr/>
        </p:nvCxnSpPr>
        <p:spPr>
          <a:xfrm>
            <a:off x="2549731" y="4084199"/>
            <a:ext cx="94312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Ovale 9">
            <a:extLst>
              <a:ext uri="{FF2B5EF4-FFF2-40B4-BE49-F238E27FC236}">
                <a16:creationId xmlns:a16="http://schemas.microsoft.com/office/drawing/2014/main" id="{B1977CC6-AC89-DAC0-2CC0-B5E0F401B851}"/>
              </a:ext>
            </a:extLst>
          </p:cNvPr>
          <p:cNvSpPr/>
          <p:nvPr/>
        </p:nvSpPr>
        <p:spPr>
          <a:xfrm>
            <a:off x="1869812" y="3813003"/>
            <a:ext cx="542388" cy="542388"/>
          </a:xfrm>
          <a:prstGeom prst="ellipse">
            <a:avLst/>
          </a:prstGeom>
          <a:solidFill>
            <a:srgbClr val="099CE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C4091B9-3E08-763B-0227-8C81D8E9380D}"/>
              </a:ext>
            </a:extLst>
          </p:cNvPr>
          <p:cNvCxnSpPr>
            <a:cxnSpLocks/>
          </p:cNvCxnSpPr>
          <p:nvPr/>
        </p:nvCxnSpPr>
        <p:spPr>
          <a:xfrm>
            <a:off x="4795038" y="4084197"/>
            <a:ext cx="94312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Ovale 13">
            <a:extLst>
              <a:ext uri="{FF2B5EF4-FFF2-40B4-BE49-F238E27FC236}">
                <a16:creationId xmlns:a16="http://schemas.microsoft.com/office/drawing/2014/main" id="{6F37BAF6-F75C-A436-CC65-DF0B92FC6D23}"/>
              </a:ext>
            </a:extLst>
          </p:cNvPr>
          <p:cNvSpPr/>
          <p:nvPr/>
        </p:nvSpPr>
        <p:spPr>
          <a:xfrm>
            <a:off x="3879438" y="3813003"/>
            <a:ext cx="542388" cy="542388"/>
          </a:xfrm>
          <a:prstGeom prst="ellipse">
            <a:avLst/>
          </a:prstGeom>
          <a:solidFill>
            <a:srgbClr val="099CE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BEB8D65A-8067-9B34-B5A4-DDF75144741B}"/>
              </a:ext>
            </a:extLst>
          </p:cNvPr>
          <p:cNvSpPr/>
          <p:nvPr/>
        </p:nvSpPr>
        <p:spPr>
          <a:xfrm>
            <a:off x="6068093" y="3559481"/>
            <a:ext cx="1049435" cy="1049435"/>
          </a:xfrm>
          <a:prstGeom prst="ellipse">
            <a:avLst/>
          </a:prstGeom>
          <a:solidFill>
            <a:srgbClr val="099CE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0309198D-5FCD-2153-EFC9-3E5F80E87434}"/>
              </a:ext>
            </a:extLst>
          </p:cNvPr>
          <p:cNvSpPr/>
          <p:nvPr/>
        </p:nvSpPr>
        <p:spPr>
          <a:xfrm>
            <a:off x="6321616" y="3813003"/>
            <a:ext cx="542388" cy="542388"/>
          </a:xfrm>
          <a:prstGeom prst="ellipse">
            <a:avLst/>
          </a:prstGeom>
          <a:solidFill>
            <a:srgbClr val="099CE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5F91219-31D1-C3E2-7B66-9ED1677C4CE9}"/>
              </a:ext>
            </a:extLst>
          </p:cNvPr>
          <p:cNvSpPr txBox="1"/>
          <p:nvPr/>
        </p:nvSpPr>
        <p:spPr>
          <a:xfrm>
            <a:off x="3995038" y="4328265"/>
            <a:ext cx="311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rgbClr val="F7F7F7"/>
                </a:solidFill>
              </a:rPr>
              <a:t>B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1DC8F00-B2B1-8F74-1E2C-75B8AECC166D}"/>
              </a:ext>
            </a:extLst>
          </p:cNvPr>
          <p:cNvSpPr txBox="1"/>
          <p:nvPr/>
        </p:nvSpPr>
        <p:spPr>
          <a:xfrm>
            <a:off x="6437216" y="4322708"/>
            <a:ext cx="311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rgbClr val="F7F7F7"/>
                </a:solidFill>
              </a:rPr>
              <a:t>B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8353033-23AD-AD4D-687C-3E39E6654982}"/>
              </a:ext>
            </a:extLst>
          </p:cNvPr>
          <p:cNvSpPr txBox="1"/>
          <p:nvPr/>
        </p:nvSpPr>
        <p:spPr>
          <a:xfrm>
            <a:off x="6437216" y="4577727"/>
            <a:ext cx="311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rgbClr val="F7F7F7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062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CC574C22-F2A8-E433-1BF9-715FA7A4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1">
            <a:extLst>
              <a:ext uri="{FF2B5EF4-FFF2-40B4-BE49-F238E27FC236}">
                <a16:creationId xmlns:a16="http://schemas.microsoft.com/office/drawing/2014/main" id="{43715D58-15F3-EAA0-D496-4494C92F5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8325" y="2380401"/>
            <a:ext cx="7181478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Requisiti e casi d’uso</a:t>
            </a:r>
            <a:endParaRPr/>
          </a:p>
        </p:txBody>
      </p:sp>
      <p:sp>
        <p:nvSpPr>
          <p:cNvPr id="831" name="Google Shape;831;p31">
            <a:extLst>
              <a:ext uri="{FF2B5EF4-FFF2-40B4-BE49-F238E27FC236}">
                <a16:creationId xmlns:a16="http://schemas.microsoft.com/office/drawing/2014/main" id="{0489D3E0-62AA-B27C-093F-D09A0AFBEA2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8325" y="657900"/>
            <a:ext cx="2396400" cy="15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02</a:t>
            </a:r>
          </a:p>
        </p:txBody>
      </p:sp>
      <p:cxnSp>
        <p:nvCxnSpPr>
          <p:cNvPr id="878" name="Google Shape;878;p31">
            <a:extLst>
              <a:ext uri="{FF2B5EF4-FFF2-40B4-BE49-F238E27FC236}">
                <a16:creationId xmlns:a16="http://schemas.microsoft.com/office/drawing/2014/main" id="{BA9FDB43-266D-539E-180E-B4CF18DF2C40}"/>
              </a:ext>
            </a:extLst>
          </p:cNvPr>
          <p:cNvCxnSpPr>
            <a:cxnSpLocks/>
          </p:cNvCxnSpPr>
          <p:nvPr/>
        </p:nvCxnSpPr>
        <p:spPr>
          <a:xfrm>
            <a:off x="946617" y="2239500"/>
            <a:ext cx="173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7462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19D90920-83E0-6C0D-C4C2-EA92F488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4">
            <a:extLst>
              <a:ext uri="{FF2B5EF4-FFF2-40B4-BE49-F238E27FC236}">
                <a16:creationId xmlns:a16="http://schemas.microsoft.com/office/drawing/2014/main" id="{58B4A651-CD5F-88BA-DF95-597475D32D0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253224" y="3268600"/>
            <a:ext cx="3706558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Inserimento/Rimozione</a:t>
            </a:r>
            <a:endParaRPr sz="2000"/>
          </a:p>
        </p:txBody>
      </p:sp>
      <p:sp>
        <p:nvSpPr>
          <p:cNvPr id="948" name="Google Shape;948;p34">
            <a:extLst>
              <a:ext uri="{FF2B5EF4-FFF2-40B4-BE49-F238E27FC236}">
                <a16:creationId xmlns:a16="http://schemas.microsoft.com/office/drawing/2014/main" id="{635D12A2-0FE1-9C38-7447-0123F70595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Requisiti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-US">
                <a:solidFill>
                  <a:srgbClr val="099CEC"/>
                </a:solidFill>
              </a:rPr>
              <a:t>Form</a:t>
            </a:r>
          </a:p>
        </p:txBody>
      </p:sp>
      <p:sp>
        <p:nvSpPr>
          <p:cNvPr id="949" name="Google Shape;949;p34">
            <a:extLst>
              <a:ext uri="{FF2B5EF4-FFF2-40B4-BE49-F238E27FC236}">
                <a16:creationId xmlns:a16="http://schemas.microsoft.com/office/drawing/2014/main" id="{1D37B232-4401-CAC2-1B27-4102FCB6CE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3224" y="1825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L’utente</a:t>
            </a:r>
            <a:r>
              <a:rPr lang="en-US" sz="1000" dirty="0"/>
              <a:t> può </a:t>
            </a:r>
            <a:r>
              <a:rPr lang="en-US" sz="1000" dirty="0" err="1"/>
              <a:t>compilare</a:t>
            </a:r>
            <a:r>
              <a:rPr lang="en-US" sz="1000" dirty="0"/>
              <a:t> un form per </a:t>
            </a:r>
            <a:r>
              <a:rPr lang="en-US" sz="1000" dirty="0" err="1"/>
              <a:t>inserire</a:t>
            </a:r>
            <a:r>
              <a:rPr lang="en-US" sz="1000" dirty="0"/>
              <a:t> i </a:t>
            </a:r>
            <a:r>
              <a:rPr lang="en-US" sz="1000" dirty="0" err="1"/>
              <a:t>comandi</a:t>
            </a:r>
            <a:r>
              <a:rPr lang="en-US" sz="1000" dirty="0"/>
              <a:t> </a:t>
            </a:r>
            <a:r>
              <a:rPr lang="en-US" sz="1000" dirty="0" err="1"/>
              <a:t>che</a:t>
            </a:r>
            <a:r>
              <a:rPr lang="en-US" sz="1000" dirty="0"/>
              <a:t> </a:t>
            </a:r>
            <a:r>
              <a:rPr lang="en-US" sz="1000" dirty="0" err="1"/>
              <a:t>andranno</a:t>
            </a:r>
            <a:r>
              <a:rPr lang="en-US" sz="1000" dirty="0"/>
              <a:t> </a:t>
            </a:r>
            <a:r>
              <a:rPr lang="en-US" sz="1000"/>
              <a:t>a </a:t>
            </a:r>
            <a:r>
              <a:rPr lang="en-US" sz="1000" dirty="0" err="1"/>
              <a:t>formare</a:t>
            </a:r>
            <a:r>
              <a:rPr lang="en-US" sz="1000" dirty="0"/>
              <a:t> il DockerFile</a:t>
            </a:r>
            <a:r>
              <a:rPr lang="en-US" sz="1000"/>
              <a:t>. </a:t>
            </a:r>
            <a:br>
              <a:rPr lang="en-US" sz="1000" dirty="0"/>
            </a:br>
            <a:r>
              <a:rPr lang="en-US" sz="1000" dirty="0" err="1"/>
              <a:t>Inoltre</a:t>
            </a:r>
            <a:r>
              <a:rPr lang="en-US" sz="1000"/>
              <a:t>, </a:t>
            </a:r>
            <a:r>
              <a:rPr lang="en-US" sz="1000" dirty="0" err="1"/>
              <a:t>potrà</a:t>
            </a:r>
            <a:r>
              <a:rPr lang="en-US" sz="1000" dirty="0"/>
              <a:t> </a:t>
            </a:r>
            <a:r>
              <a:rPr lang="en-US" sz="1000" dirty="0" err="1"/>
              <a:t>usufruire</a:t>
            </a:r>
            <a:r>
              <a:rPr lang="en-US" sz="1000" dirty="0"/>
              <a:t> di </a:t>
            </a:r>
            <a:r>
              <a:rPr lang="en-US" sz="1000" dirty="0" err="1"/>
              <a:t>alcuni</a:t>
            </a:r>
            <a:r>
              <a:rPr lang="en-US" sz="1000" dirty="0"/>
              <a:t> preset per </a:t>
            </a:r>
            <a:r>
              <a:rPr lang="en-US" sz="1000" dirty="0" err="1"/>
              <a:t>alcuni</a:t>
            </a:r>
            <a:r>
              <a:rPr lang="en-US" sz="1000" dirty="0"/>
              <a:t> DockerFile </a:t>
            </a:r>
            <a:r>
              <a:rPr lang="en-US" sz="1000" dirty="0" err="1"/>
              <a:t>più</a:t>
            </a:r>
            <a:r>
              <a:rPr lang="en-US" sz="1000" dirty="0"/>
              <a:t> </a:t>
            </a:r>
            <a:r>
              <a:rPr lang="en-US" sz="1000" dirty="0" err="1"/>
              <a:t>utilizzati</a:t>
            </a:r>
            <a:r>
              <a:rPr lang="en-US" sz="1000" dirty="0"/>
              <a:t>.</a:t>
            </a:r>
            <a:endParaRPr lang="en-US" sz="1000"/>
          </a:p>
        </p:txBody>
      </p:sp>
      <p:sp>
        <p:nvSpPr>
          <p:cNvPr id="950" name="Google Shape;950;p34">
            <a:extLst>
              <a:ext uri="{FF2B5EF4-FFF2-40B4-BE49-F238E27FC236}">
                <a16:creationId xmlns:a16="http://schemas.microsoft.com/office/drawing/2014/main" id="{5BC08E70-608B-DE6C-E44D-BEAF3B1C58C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079776" y="1825100"/>
            <a:ext cx="2811000" cy="1224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Per </a:t>
            </a:r>
            <a:r>
              <a:rPr lang="en-US" sz="1000" dirty="0" err="1"/>
              <a:t>ogni</a:t>
            </a:r>
            <a:r>
              <a:rPr lang="en-US" sz="1000" dirty="0"/>
              <a:t> campo del form è </a:t>
            </a:r>
            <a:r>
              <a:rPr lang="en-US" sz="1000" dirty="0" err="1"/>
              <a:t>presente</a:t>
            </a:r>
            <a:r>
              <a:rPr lang="en-US" sz="1000" dirty="0"/>
              <a:t> </a:t>
            </a:r>
            <a:r>
              <a:rPr lang="en-US" sz="1000" dirty="0" err="1"/>
              <a:t>un’icona</a:t>
            </a:r>
            <a:r>
              <a:rPr lang="en-US" sz="1000" dirty="0"/>
              <a:t> </a:t>
            </a:r>
            <a:r>
              <a:rPr lang="en-US" sz="1000" dirty="0" err="1"/>
              <a:t>che</a:t>
            </a:r>
            <a:r>
              <a:rPr lang="en-US" sz="1000" dirty="0"/>
              <a:t> </a:t>
            </a:r>
            <a:r>
              <a:rPr lang="en-US" sz="1000" dirty="0" err="1"/>
              <a:t>farà</a:t>
            </a:r>
            <a:r>
              <a:rPr lang="en-US" sz="1000" dirty="0"/>
              <a:t> </a:t>
            </a:r>
            <a:r>
              <a:rPr lang="en-US" sz="1000" dirty="0" err="1"/>
              <a:t>comparire</a:t>
            </a:r>
            <a:r>
              <a:rPr lang="en-US" sz="1000" dirty="0"/>
              <a:t> una breve </a:t>
            </a:r>
            <a:r>
              <a:rPr lang="en-US" sz="1000" dirty="0" err="1"/>
              <a:t>descrizione</a:t>
            </a:r>
            <a:r>
              <a:rPr lang="en-US" sz="1000" dirty="0"/>
              <a:t> del commando al passaggio con il mouse</a:t>
            </a:r>
            <a:r>
              <a:rPr lang="en-US" sz="1000"/>
              <a:t>.</a:t>
            </a:r>
            <a:endParaRPr lang="en-US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Nel campo da </a:t>
            </a:r>
            <a:r>
              <a:rPr lang="en-US" sz="1000" dirty="0" err="1"/>
              <a:t>compilare</a:t>
            </a:r>
            <a:r>
              <a:rPr lang="en-US" sz="1000" dirty="0"/>
              <a:t> è </a:t>
            </a:r>
            <a:r>
              <a:rPr lang="en-US" sz="1000" dirty="0" err="1"/>
              <a:t>presente</a:t>
            </a:r>
            <a:r>
              <a:rPr lang="en-US" sz="1000" dirty="0"/>
              <a:t> un </a:t>
            </a:r>
            <a:r>
              <a:rPr lang="en-US" sz="1000" dirty="0" err="1"/>
              <a:t>esempio</a:t>
            </a:r>
            <a:r>
              <a:rPr lang="en-US" sz="1000" dirty="0"/>
              <a:t> di </a:t>
            </a:r>
            <a:r>
              <a:rPr lang="en-US" sz="1000" dirty="0" err="1"/>
              <a:t>comando</a:t>
            </a:r>
            <a:r>
              <a:rPr lang="en-US" sz="1000" dirty="0"/>
              <a:t> da </a:t>
            </a:r>
            <a:r>
              <a:rPr lang="en-US" sz="1000" dirty="0" err="1"/>
              <a:t>inserire</a:t>
            </a:r>
            <a:r>
              <a:rPr lang="en-US" sz="1000"/>
              <a:t>.</a:t>
            </a:r>
          </a:p>
        </p:txBody>
      </p:sp>
      <p:sp>
        <p:nvSpPr>
          <p:cNvPr id="951" name="Google Shape;951;p34">
            <a:extLst>
              <a:ext uri="{FF2B5EF4-FFF2-40B4-BE49-F238E27FC236}">
                <a16:creationId xmlns:a16="http://schemas.microsoft.com/office/drawing/2014/main" id="{86527118-9685-7AD4-2D40-7621BF5A3D3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53224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L’utente può aggiungere o rimuovere campi di input per ciascun comando tramite il pulsante “Aggiungi”. Una volta aggiunti, essi potranno essere rimossi tramite il comando ”Rimuovi”. 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952" name="Google Shape;952;p34">
            <a:extLst>
              <a:ext uri="{FF2B5EF4-FFF2-40B4-BE49-F238E27FC236}">
                <a16:creationId xmlns:a16="http://schemas.microsoft.com/office/drawing/2014/main" id="{94B14248-3B69-96E2-064B-F48762421B6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079776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I </a:t>
            </a:r>
            <a:r>
              <a:rPr lang="en-US" sz="1000" dirty="0" err="1"/>
              <a:t>campi</a:t>
            </a:r>
            <a:r>
              <a:rPr lang="en-US" sz="1000" dirty="0"/>
              <a:t> del form </a:t>
            </a:r>
            <a:r>
              <a:rPr lang="en-US" sz="1000" dirty="0" err="1"/>
              <a:t>possono</a:t>
            </a:r>
            <a:r>
              <a:rPr lang="en-US" sz="1000" dirty="0"/>
              <a:t> </a:t>
            </a:r>
            <a:r>
              <a:rPr lang="en-US" sz="1000" dirty="0" err="1"/>
              <a:t>essere</a:t>
            </a:r>
            <a:r>
              <a:rPr lang="en-US" sz="1000" dirty="0"/>
              <a:t> </a:t>
            </a:r>
            <a:r>
              <a:rPr lang="en-US" sz="1000" dirty="0" err="1"/>
              <a:t>spostati</a:t>
            </a:r>
            <a:r>
              <a:rPr lang="en-US" sz="1000" dirty="0"/>
              <a:t> </a:t>
            </a:r>
            <a:r>
              <a:rPr lang="en-US" sz="1000" dirty="0" err="1"/>
              <a:t>all’interno</a:t>
            </a:r>
            <a:r>
              <a:rPr lang="en-US" sz="1000" dirty="0"/>
              <a:t> del form </a:t>
            </a:r>
            <a:r>
              <a:rPr lang="en-US" sz="1000" dirty="0" err="1"/>
              <a:t>dall’utente</a:t>
            </a:r>
            <a:r>
              <a:rPr lang="en-US" sz="1000" dirty="0"/>
              <a:t> per </a:t>
            </a:r>
            <a:r>
              <a:rPr lang="en-US" sz="1000" dirty="0" err="1"/>
              <a:t>cambiare</a:t>
            </a:r>
            <a:r>
              <a:rPr lang="en-US" sz="1000" dirty="0"/>
              <a:t> la </a:t>
            </a:r>
            <a:r>
              <a:rPr lang="en-US" sz="1000" dirty="0" err="1"/>
              <a:t>struttura</a:t>
            </a:r>
            <a:r>
              <a:rPr lang="en-US" sz="1000" dirty="0"/>
              <a:t> del DockerFile </a:t>
            </a:r>
            <a:r>
              <a:rPr lang="en-US" sz="1000"/>
              <a:t>a </a:t>
            </a:r>
            <a:r>
              <a:rPr lang="en-US" sz="1000" dirty="0"/>
              <a:t>proprio </a:t>
            </a:r>
            <a:r>
              <a:rPr lang="en-US" sz="1000" dirty="0" err="1"/>
              <a:t>piacimento</a:t>
            </a:r>
            <a:r>
              <a:rPr lang="en-US" sz="1000"/>
              <a:t>.</a:t>
            </a:r>
          </a:p>
        </p:txBody>
      </p:sp>
      <p:sp>
        <p:nvSpPr>
          <p:cNvPr id="953" name="Google Shape;953;p34">
            <a:extLst>
              <a:ext uri="{FF2B5EF4-FFF2-40B4-BE49-F238E27FC236}">
                <a16:creationId xmlns:a16="http://schemas.microsoft.com/office/drawing/2014/main" id="{F086A5E7-A48E-DCFF-4548-765784C096F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53223" y="1455550"/>
            <a:ext cx="313685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Compilazione</a:t>
            </a:r>
            <a:endParaRPr sz="2000"/>
          </a:p>
        </p:txBody>
      </p:sp>
      <p:sp>
        <p:nvSpPr>
          <p:cNvPr id="954" name="Google Shape;954;p34">
            <a:extLst>
              <a:ext uri="{FF2B5EF4-FFF2-40B4-BE49-F238E27FC236}">
                <a16:creationId xmlns:a16="http://schemas.microsoft.com/office/drawing/2014/main" id="{EA0C751A-DC63-4EAC-90C1-E99E36B6C94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079748" y="1455550"/>
            <a:ext cx="3441885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Descrizioni ed Esempi</a:t>
            </a:r>
            <a:endParaRPr sz="2000"/>
          </a:p>
        </p:txBody>
      </p:sp>
      <p:sp>
        <p:nvSpPr>
          <p:cNvPr id="955" name="Google Shape;955;p34">
            <a:extLst>
              <a:ext uri="{FF2B5EF4-FFF2-40B4-BE49-F238E27FC236}">
                <a16:creationId xmlns:a16="http://schemas.microsoft.com/office/drawing/2014/main" id="{6BCCAE65-0F56-F767-DAC3-807FA2BBFFD1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079749" y="326860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Spostamento Campi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96955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>
          <a:extLst>
            <a:ext uri="{FF2B5EF4-FFF2-40B4-BE49-F238E27FC236}">
              <a16:creationId xmlns:a16="http://schemas.microsoft.com/office/drawing/2014/main" id="{E35B0B6A-1C34-9582-655F-B0C22797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3">
            <a:extLst>
              <a:ext uri="{FF2B5EF4-FFF2-40B4-BE49-F238E27FC236}">
                <a16:creationId xmlns:a16="http://schemas.microsoft.com/office/drawing/2014/main" id="{2DD91287-8F47-2D13-DFF1-E28DFF8EF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Requisiti</a:t>
            </a:r>
            <a:r>
              <a:rPr lang="en">
                <a:solidFill>
                  <a:srgbClr val="099CEC"/>
                </a:solidFill>
              </a:rPr>
              <a:t> DockerFile</a:t>
            </a:r>
            <a:endParaRPr>
              <a:solidFill>
                <a:srgbClr val="099CEC"/>
              </a:solidFill>
            </a:endParaRPr>
          </a:p>
        </p:txBody>
      </p:sp>
      <p:sp>
        <p:nvSpPr>
          <p:cNvPr id="916" name="Google Shape;916;p33">
            <a:extLst>
              <a:ext uri="{FF2B5EF4-FFF2-40B4-BE49-F238E27FC236}">
                <a16:creationId xmlns:a16="http://schemas.microsoft.com/office/drawing/2014/main" id="{83D05FFC-63F5-3C6D-D6CB-9E9F496CBCC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37625" y="1866230"/>
            <a:ext cx="2175300" cy="4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Generazione</a:t>
            </a:r>
            <a:endParaRPr/>
          </a:p>
        </p:txBody>
      </p:sp>
      <p:sp>
        <p:nvSpPr>
          <p:cNvPr id="917" name="Google Shape;917;p33">
            <a:extLst>
              <a:ext uri="{FF2B5EF4-FFF2-40B4-BE49-F238E27FC236}">
                <a16:creationId xmlns:a16="http://schemas.microsoft.com/office/drawing/2014/main" id="{FBFF1B30-5B6C-0A61-B635-EEB3E2A12F6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84350" y="1866230"/>
            <a:ext cx="2175300" cy="4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</a:t>
            </a:r>
            <a:endParaRPr/>
          </a:p>
        </p:txBody>
      </p:sp>
      <p:sp>
        <p:nvSpPr>
          <p:cNvPr id="918" name="Google Shape;918;p33">
            <a:extLst>
              <a:ext uri="{FF2B5EF4-FFF2-40B4-BE49-F238E27FC236}">
                <a16:creationId xmlns:a16="http://schemas.microsoft.com/office/drawing/2014/main" id="{41383A6D-8DA3-11F9-1E16-1606E627E6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37625" y="236270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>
                <a:latin typeface="DM Sans" pitchFamily="2" charset="0"/>
                <a:ea typeface="Aptos" panose="020B0004020202020204" pitchFamily="34" charset="0"/>
              </a:rPr>
              <a:t>P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artendo dai campi del </a:t>
            </a:r>
            <a:r>
              <a:rPr lang="it-IT" sz="1000" dirty="0" err="1">
                <a:effectLst/>
                <a:latin typeface="DM Sans" pitchFamily="2" charset="0"/>
                <a:ea typeface="Aptos" panose="020B0004020202020204" pitchFamily="34" charset="0"/>
              </a:rPr>
              <a:t>form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 compilati dall’utente, il file viene generato dal server per essere disponibile per il download da parte dell’utente.</a:t>
            </a:r>
            <a:endParaRPr lang="en-150" sz="1000">
              <a:latin typeface="DM Sans" pitchFamily="2" charset="0"/>
            </a:endParaRPr>
          </a:p>
        </p:txBody>
      </p:sp>
      <p:sp>
        <p:nvSpPr>
          <p:cNvPr id="919" name="Google Shape;919;p33">
            <a:extLst>
              <a:ext uri="{FF2B5EF4-FFF2-40B4-BE49-F238E27FC236}">
                <a16:creationId xmlns:a16="http://schemas.microsoft.com/office/drawing/2014/main" id="{6C8F5A49-5ACB-30F7-9363-DA37F16947C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84347" y="236270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>
                <a:latin typeface="DM Sans" pitchFamily="2" charset="0"/>
                <a:ea typeface="Aptos" panose="020B0004020202020204" pitchFamily="34" charset="0"/>
              </a:rPr>
              <a:t>U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na volta compilato e generato, il DockerFile può essere scaricato dall’utente cliccando sull’apposito pulsante posizionato al di sotto del </a:t>
            </a:r>
            <a:r>
              <a:rPr lang="it-IT" sz="1000" dirty="0" err="1">
                <a:effectLst/>
                <a:latin typeface="DM Sans" pitchFamily="2" charset="0"/>
                <a:ea typeface="Aptos" panose="020B0004020202020204" pitchFamily="34" charset="0"/>
              </a:rPr>
              <a:t>form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 compilato. </a:t>
            </a:r>
            <a:endParaRPr lang="en-150" sz="1000">
              <a:latin typeface="DM Sans" pitchFamily="2" charset="0"/>
            </a:endParaRPr>
          </a:p>
        </p:txBody>
      </p:sp>
      <p:sp>
        <p:nvSpPr>
          <p:cNvPr id="920" name="Google Shape;920;p33">
            <a:extLst>
              <a:ext uri="{FF2B5EF4-FFF2-40B4-BE49-F238E27FC236}">
                <a16:creationId xmlns:a16="http://schemas.microsoft.com/office/drawing/2014/main" id="{03C8E503-63A8-E644-E49A-E96C385353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31075" y="236270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>
                <a:latin typeface="DM Sans" pitchFamily="2" charset="0"/>
                <a:ea typeface="Aptos" panose="020B0004020202020204" pitchFamily="34" charset="0"/>
              </a:rPr>
              <a:t>D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urante l’inserimento dei comandi nel </a:t>
            </a:r>
            <a:r>
              <a:rPr lang="it-IT" sz="1000" dirty="0" err="1">
                <a:effectLst/>
                <a:latin typeface="DM Sans" pitchFamily="2" charset="0"/>
                <a:ea typeface="Aptos" panose="020B0004020202020204" pitchFamily="34" charset="0"/>
              </a:rPr>
              <a:t>form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, viene mostrata un’anteprima del DockerFile all’interno dell’apposito box. Questa preview viene aggiornata automaticamente durante la compilazione da parte dell’utente.</a:t>
            </a:r>
            <a:endParaRPr lang="en-150" sz="1000">
              <a:latin typeface="DM Sans" pitchFamily="2" charset="0"/>
            </a:endParaRPr>
          </a:p>
        </p:txBody>
      </p:sp>
      <p:sp>
        <p:nvSpPr>
          <p:cNvPr id="921" name="Google Shape;921;p33">
            <a:extLst>
              <a:ext uri="{FF2B5EF4-FFF2-40B4-BE49-F238E27FC236}">
                <a16:creationId xmlns:a16="http://schemas.microsoft.com/office/drawing/2014/main" id="{59825D5B-D435-92D9-FE69-85CC7EC19F6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31075" y="1866230"/>
            <a:ext cx="2175300" cy="4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609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8C02903E-56E3-7BA0-97F6-ECE1603C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4">
            <a:extLst>
              <a:ext uri="{FF2B5EF4-FFF2-40B4-BE49-F238E27FC236}">
                <a16:creationId xmlns:a16="http://schemas.microsoft.com/office/drawing/2014/main" id="{E4BA6715-4CE9-A56D-A648-7C4275557C84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253224" y="3268600"/>
            <a:ext cx="3706558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Modifiche</a:t>
            </a:r>
            <a:endParaRPr sz="2000"/>
          </a:p>
        </p:txBody>
      </p:sp>
      <p:sp>
        <p:nvSpPr>
          <p:cNvPr id="948" name="Google Shape;948;p34">
            <a:extLst>
              <a:ext uri="{FF2B5EF4-FFF2-40B4-BE49-F238E27FC236}">
                <a16:creationId xmlns:a16="http://schemas.microsoft.com/office/drawing/2014/main" id="{1E297E2A-F3BB-0B5C-B459-C6D7410D42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Requisiti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-US">
                <a:solidFill>
                  <a:srgbClr val="099CEC"/>
                </a:solidFill>
              </a:rPr>
              <a:t>Docker Compose</a:t>
            </a:r>
          </a:p>
        </p:txBody>
      </p:sp>
      <p:sp>
        <p:nvSpPr>
          <p:cNvPr id="949" name="Google Shape;949;p34">
            <a:extLst>
              <a:ext uri="{FF2B5EF4-FFF2-40B4-BE49-F238E27FC236}">
                <a16:creationId xmlns:a16="http://schemas.microsoft.com/office/drawing/2014/main" id="{3BDB9869-88F1-8A90-D713-B616561F6A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3224" y="1825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>
                <a:latin typeface="DM Sans" pitchFamily="2" charset="0"/>
                <a:ea typeface="Aptos" panose="020B0004020202020204" pitchFamily="34" charset="0"/>
              </a:rPr>
              <a:t>I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l Docker Compose viene generato a partire dal testo presente sulla finestra di modifica Docker Compose. In questo modo, le modifiche fatte dall’utente verranno riportate sul file da scaricare.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950" name="Google Shape;950;p34">
            <a:extLst>
              <a:ext uri="{FF2B5EF4-FFF2-40B4-BE49-F238E27FC236}">
                <a16:creationId xmlns:a16="http://schemas.microsoft.com/office/drawing/2014/main" id="{D186BFEE-6999-F4C0-2770-A33182B1BE9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079776" y="1825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>
                <a:latin typeface="DM Sans" pitchFamily="2" charset="0"/>
                <a:ea typeface="Aptos" panose="020B0004020202020204" pitchFamily="34" charset="0"/>
              </a:rPr>
              <a:t>L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’utente può generare anche un Docker Compose insieme al DockerFile. </a:t>
            </a:r>
            <a:b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</a:b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Questo avviene tramite un </a:t>
            </a:r>
            <a:r>
              <a:rPr lang="it-IT" sz="1000" dirty="0" err="1">
                <a:effectLst/>
                <a:latin typeface="DM Sans" pitchFamily="2" charset="0"/>
                <a:ea typeface="Aptos" panose="020B0004020202020204" pitchFamily="34" charset="0"/>
              </a:rPr>
              <a:t>Checkbox</a:t>
            </a:r>
            <a:r>
              <a:rPr lang="it-IT" sz="1000" dirty="0">
                <a:effectLst/>
                <a:latin typeface="DM Sans" pitchFamily="2" charset="0"/>
                <a:ea typeface="Aptos" panose="020B0004020202020204" pitchFamily="34" charset="0"/>
              </a:rPr>
              <a:t>, il quale se spuntato, permetterà all’utente di vedere una sua anteprima insieme a quella del DockerFile.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951" name="Google Shape;951;p34">
            <a:extLst>
              <a:ext uri="{FF2B5EF4-FFF2-40B4-BE49-F238E27FC236}">
                <a16:creationId xmlns:a16="http://schemas.microsoft.com/office/drawing/2014/main" id="{37EAA047-7193-6822-E7B9-A8725805766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53224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Se </a:t>
            </a:r>
            <a:r>
              <a:rPr lang="en-US" sz="1000" dirty="0" err="1"/>
              <a:t>l’utente</a:t>
            </a:r>
            <a:r>
              <a:rPr lang="en-US" sz="1000" dirty="0"/>
              <a:t> </a:t>
            </a:r>
            <a:r>
              <a:rPr lang="en-US" sz="1000" dirty="0" err="1"/>
              <a:t>spunta</a:t>
            </a:r>
            <a:r>
              <a:rPr lang="en-US" sz="1000" dirty="0"/>
              <a:t> il checkbox per </a:t>
            </a:r>
            <a:r>
              <a:rPr lang="en-US" sz="1000" dirty="0" err="1"/>
              <a:t>generare</a:t>
            </a:r>
            <a:r>
              <a:rPr lang="en-US" sz="1000" dirty="0"/>
              <a:t> </a:t>
            </a:r>
            <a:r>
              <a:rPr lang="en-US" sz="1000" dirty="0" err="1"/>
              <a:t>anche</a:t>
            </a:r>
            <a:r>
              <a:rPr lang="en-US" sz="1000" dirty="0"/>
              <a:t> il DockerFile, una volta </a:t>
            </a:r>
            <a:r>
              <a:rPr lang="en-US" sz="1000" dirty="0" err="1"/>
              <a:t>premuto</a:t>
            </a:r>
            <a:r>
              <a:rPr lang="en-US" sz="1000" dirty="0"/>
              <a:t> il tasto per il download </a:t>
            </a:r>
            <a:r>
              <a:rPr lang="en-US" sz="1000" dirty="0" err="1"/>
              <a:t>verrà</a:t>
            </a:r>
            <a:r>
              <a:rPr lang="en-US" sz="1000" dirty="0"/>
              <a:t> </a:t>
            </a:r>
            <a:r>
              <a:rPr lang="en-US" sz="1000" dirty="0" err="1"/>
              <a:t>aperta</a:t>
            </a:r>
            <a:r>
              <a:rPr lang="en-US" sz="1000" dirty="0"/>
              <a:t> una </a:t>
            </a:r>
            <a:r>
              <a:rPr lang="en-US" sz="1000" dirty="0" err="1"/>
              <a:t>finestra</a:t>
            </a:r>
            <a:r>
              <a:rPr lang="en-US" sz="1000" dirty="0"/>
              <a:t> </a:t>
            </a:r>
            <a:r>
              <a:rPr lang="en-US" sz="1000"/>
              <a:t>in </a:t>
            </a:r>
            <a:r>
              <a:rPr lang="en-US" sz="1000" dirty="0"/>
              <a:t>cui è possible </a:t>
            </a:r>
            <a:r>
              <a:rPr lang="en-US" sz="1000" dirty="0" err="1"/>
              <a:t>apportare</a:t>
            </a:r>
            <a:r>
              <a:rPr lang="en-US" sz="1000" dirty="0"/>
              <a:t> </a:t>
            </a:r>
            <a:r>
              <a:rPr lang="en-US" sz="1000" dirty="0" err="1"/>
              <a:t>modifiche</a:t>
            </a:r>
            <a:r>
              <a:rPr lang="en-US" sz="1000" dirty="0"/>
              <a:t> al Docker Compose</a:t>
            </a:r>
            <a:r>
              <a:rPr lang="en-US" sz="1000"/>
              <a:t>.</a:t>
            </a:r>
          </a:p>
        </p:txBody>
      </p:sp>
      <p:sp>
        <p:nvSpPr>
          <p:cNvPr id="952" name="Google Shape;952;p34">
            <a:extLst>
              <a:ext uri="{FF2B5EF4-FFF2-40B4-BE49-F238E27FC236}">
                <a16:creationId xmlns:a16="http://schemas.microsoft.com/office/drawing/2014/main" id="{255D5503-578C-F1B3-8E7E-20A8CD2B10E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079776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Una volta </a:t>
            </a:r>
            <a:r>
              <a:rPr lang="en-US" sz="1000" dirty="0" err="1"/>
              <a:t>confermata</a:t>
            </a:r>
            <a:r>
              <a:rPr lang="en-US" sz="1000" dirty="0"/>
              <a:t> la creazione del Docker Compose, </a:t>
            </a:r>
            <a:r>
              <a:rPr lang="en-US" sz="1000" dirty="0" err="1"/>
              <a:t>l’utente</a:t>
            </a:r>
            <a:r>
              <a:rPr lang="en-US" sz="1000" dirty="0"/>
              <a:t> può </a:t>
            </a:r>
            <a:r>
              <a:rPr lang="en-US" sz="1000" dirty="0" err="1"/>
              <a:t>scaricare</a:t>
            </a:r>
            <a:r>
              <a:rPr lang="en-US" sz="1000" dirty="0"/>
              <a:t> </a:t>
            </a:r>
            <a:r>
              <a:rPr lang="en-US" sz="1000" dirty="0" err="1"/>
              <a:t>entrambi</a:t>
            </a:r>
            <a:r>
              <a:rPr lang="en-US" sz="1000" dirty="0"/>
              <a:t> i file </a:t>
            </a:r>
            <a:r>
              <a:rPr lang="en-US" sz="1000" dirty="0" err="1"/>
              <a:t>cliccando</a:t>
            </a:r>
            <a:r>
              <a:rPr lang="en-US" sz="1000" dirty="0"/>
              <a:t> il </a:t>
            </a:r>
            <a:r>
              <a:rPr lang="en-US" sz="1000" dirty="0" err="1"/>
              <a:t>pulsante</a:t>
            </a:r>
            <a:r>
              <a:rPr lang="en-US" sz="1000" dirty="0"/>
              <a:t> di </a:t>
            </a:r>
            <a:r>
              <a:rPr lang="en-US" sz="1000" dirty="0" err="1"/>
              <a:t>conferma</a:t>
            </a:r>
            <a:r>
              <a:rPr lang="en-US" sz="1000" dirty="0"/>
              <a:t> </a:t>
            </a:r>
            <a:r>
              <a:rPr lang="en-US" sz="1000" dirty="0" err="1"/>
              <a:t>nella</a:t>
            </a:r>
            <a:r>
              <a:rPr lang="en-US" sz="1000" dirty="0"/>
              <a:t> </a:t>
            </a:r>
            <a:r>
              <a:rPr lang="en-US" sz="1000" dirty="0" err="1"/>
              <a:t>finestra</a:t>
            </a:r>
            <a:r>
              <a:rPr lang="en-US" sz="1000" dirty="0"/>
              <a:t> delle </a:t>
            </a:r>
            <a:r>
              <a:rPr lang="en-US" sz="1000" dirty="0" err="1"/>
              <a:t>modifiche</a:t>
            </a:r>
            <a:r>
              <a:rPr lang="en-US" sz="1000" dirty="0"/>
              <a:t> del Docker Compose</a:t>
            </a:r>
            <a:r>
              <a:rPr lang="en-US" sz="1000"/>
              <a:t>.</a:t>
            </a:r>
          </a:p>
        </p:txBody>
      </p:sp>
      <p:sp>
        <p:nvSpPr>
          <p:cNvPr id="953" name="Google Shape;953;p34">
            <a:extLst>
              <a:ext uri="{FF2B5EF4-FFF2-40B4-BE49-F238E27FC236}">
                <a16:creationId xmlns:a16="http://schemas.microsoft.com/office/drawing/2014/main" id="{22760938-CC0D-47A4-8828-0A3807A88B4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53223" y="1455550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Generazione</a:t>
            </a:r>
            <a:endParaRPr sz="2000"/>
          </a:p>
        </p:txBody>
      </p:sp>
      <p:sp>
        <p:nvSpPr>
          <p:cNvPr id="954" name="Google Shape;954;p34">
            <a:extLst>
              <a:ext uri="{FF2B5EF4-FFF2-40B4-BE49-F238E27FC236}">
                <a16:creationId xmlns:a16="http://schemas.microsoft.com/office/drawing/2014/main" id="{7C5ADE3E-868F-7861-6B04-0CE2B32C6561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079748" y="1455550"/>
            <a:ext cx="3441885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Preview</a:t>
            </a:r>
            <a:endParaRPr sz="2000"/>
          </a:p>
        </p:txBody>
      </p:sp>
      <p:sp>
        <p:nvSpPr>
          <p:cNvPr id="955" name="Google Shape;955;p34">
            <a:extLst>
              <a:ext uri="{FF2B5EF4-FFF2-40B4-BE49-F238E27FC236}">
                <a16:creationId xmlns:a16="http://schemas.microsoft.com/office/drawing/2014/main" id="{61244DF3-B875-0E9B-D141-ADFE55D69ACF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079749" y="326860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Download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822568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62C5A04A-D7EA-987B-36E3-1B25D3B8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>
            <a:extLst>
              <a:ext uri="{FF2B5EF4-FFF2-40B4-BE49-F238E27FC236}">
                <a16:creationId xmlns:a16="http://schemas.microsoft.com/office/drawing/2014/main" id="{8F159CE9-454C-88DE-8A63-66D6DC018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488" y="364380"/>
            <a:ext cx="5636290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Casi d’uso: gli</a:t>
            </a:r>
            <a:r>
              <a:rPr lang="en">
                <a:solidFill>
                  <a:srgbClr val="099CEC"/>
                </a:solidFill>
              </a:rPr>
              <a:t> attori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810" name="Google Shape;810;p30">
            <a:extLst>
              <a:ext uri="{FF2B5EF4-FFF2-40B4-BE49-F238E27FC236}">
                <a16:creationId xmlns:a16="http://schemas.microsoft.com/office/drawing/2014/main" id="{68D8F200-A280-C7E1-9C99-2AB63B420457}"/>
              </a:ext>
            </a:extLst>
          </p:cNvPr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>
              <a:extLst>
                <a:ext uri="{FF2B5EF4-FFF2-40B4-BE49-F238E27FC236}">
                  <a16:creationId xmlns:a16="http://schemas.microsoft.com/office/drawing/2014/main" id="{16CFDD78-F394-0EE3-BDCB-1778003E883A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>
              <a:extLst>
                <a:ext uri="{FF2B5EF4-FFF2-40B4-BE49-F238E27FC236}">
                  <a16:creationId xmlns:a16="http://schemas.microsoft.com/office/drawing/2014/main" id="{2DAF9854-97BB-253F-EE66-6F6E8B2AEB9C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>
              <a:extLst>
                <a:ext uri="{FF2B5EF4-FFF2-40B4-BE49-F238E27FC236}">
                  <a16:creationId xmlns:a16="http://schemas.microsoft.com/office/drawing/2014/main" id="{0C02BD8C-F28E-9E5B-F3F7-EE9198509541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>
              <a:extLst>
                <a:ext uri="{FF2B5EF4-FFF2-40B4-BE49-F238E27FC236}">
                  <a16:creationId xmlns:a16="http://schemas.microsoft.com/office/drawing/2014/main" id="{ADD86444-A6A2-6962-03ED-1BC4621128C8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>
              <a:extLst>
                <a:ext uri="{FF2B5EF4-FFF2-40B4-BE49-F238E27FC236}">
                  <a16:creationId xmlns:a16="http://schemas.microsoft.com/office/drawing/2014/main" id="{8C5F704E-85B8-CB39-6493-BC4D6D4F512D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>
              <a:extLst>
                <a:ext uri="{FF2B5EF4-FFF2-40B4-BE49-F238E27FC236}">
                  <a16:creationId xmlns:a16="http://schemas.microsoft.com/office/drawing/2014/main" id="{1512549E-391D-A327-D11C-881B83590E7F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>
              <a:extLst>
                <a:ext uri="{FF2B5EF4-FFF2-40B4-BE49-F238E27FC236}">
                  <a16:creationId xmlns:a16="http://schemas.microsoft.com/office/drawing/2014/main" id="{0C17F49F-F88B-5439-98AB-40C4752641A3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>
              <a:extLst>
                <a:ext uri="{FF2B5EF4-FFF2-40B4-BE49-F238E27FC236}">
                  <a16:creationId xmlns:a16="http://schemas.microsoft.com/office/drawing/2014/main" id="{0B9EC5C2-22D4-F1BF-E133-4533D6B83886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>
              <a:extLst>
                <a:ext uri="{FF2B5EF4-FFF2-40B4-BE49-F238E27FC236}">
                  <a16:creationId xmlns:a16="http://schemas.microsoft.com/office/drawing/2014/main" id="{C629806B-11E9-B89A-7260-14F290B9A83E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>
              <a:extLst>
                <a:ext uri="{FF2B5EF4-FFF2-40B4-BE49-F238E27FC236}">
                  <a16:creationId xmlns:a16="http://schemas.microsoft.com/office/drawing/2014/main" id="{B9C5529E-1E5D-CE4A-E701-A583A9AD7B85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>
              <a:extLst>
                <a:ext uri="{FF2B5EF4-FFF2-40B4-BE49-F238E27FC236}">
                  <a16:creationId xmlns:a16="http://schemas.microsoft.com/office/drawing/2014/main" id="{64D9B9E9-1228-9535-C5DE-0B6594A4F2F1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>
              <a:extLst>
                <a:ext uri="{FF2B5EF4-FFF2-40B4-BE49-F238E27FC236}">
                  <a16:creationId xmlns:a16="http://schemas.microsoft.com/office/drawing/2014/main" id="{9F4AF0D6-7060-F510-6CE9-2972453C9043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>
              <a:extLst>
                <a:ext uri="{FF2B5EF4-FFF2-40B4-BE49-F238E27FC236}">
                  <a16:creationId xmlns:a16="http://schemas.microsoft.com/office/drawing/2014/main" id="{D9FF2E6D-83BF-4261-9AFD-6B83125404ED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>
              <a:extLst>
                <a:ext uri="{FF2B5EF4-FFF2-40B4-BE49-F238E27FC236}">
                  <a16:creationId xmlns:a16="http://schemas.microsoft.com/office/drawing/2014/main" id="{7993A886-901F-BEE2-A848-FA6B71675694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>
              <a:extLst>
                <a:ext uri="{FF2B5EF4-FFF2-40B4-BE49-F238E27FC236}">
                  <a16:creationId xmlns:a16="http://schemas.microsoft.com/office/drawing/2014/main" id="{C2698611-4E0C-55C6-5FEF-424AA92A17A6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1057;p37">
            <a:extLst>
              <a:ext uri="{FF2B5EF4-FFF2-40B4-BE49-F238E27FC236}">
                <a16:creationId xmlns:a16="http://schemas.microsoft.com/office/drawing/2014/main" id="{980692BC-B1F9-DF3A-DC23-1564ACFB1B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5423" y="1678122"/>
            <a:ext cx="34926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/>
              <a:t>Interagisce attivamente con la pagina</a:t>
            </a:r>
          </a:p>
        </p:txBody>
      </p:sp>
      <p:sp>
        <p:nvSpPr>
          <p:cNvPr id="35" name="Google Shape;1058;p37">
            <a:extLst>
              <a:ext uri="{FF2B5EF4-FFF2-40B4-BE49-F238E27FC236}">
                <a16:creationId xmlns:a16="http://schemas.microsoft.com/office/drawing/2014/main" id="{5ED23C72-AA62-9E84-77E8-93F005D2F41E}"/>
              </a:ext>
            </a:extLst>
          </p:cNvPr>
          <p:cNvSpPr txBox="1">
            <a:spLocks/>
          </p:cNvSpPr>
          <p:nvPr/>
        </p:nvSpPr>
        <p:spPr>
          <a:xfrm>
            <a:off x="465423" y="756823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it-IT" sz="2500">
                <a:solidFill>
                  <a:srgbClr val="099CEC"/>
                </a:solidFill>
              </a:rPr>
              <a:t>Utente</a:t>
            </a:r>
          </a:p>
        </p:txBody>
      </p:sp>
      <p:sp>
        <p:nvSpPr>
          <p:cNvPr id="36" name="Google Shape;1059;p37">
            <a:extLst>
              <a:ext uri="{FF2B5EF4-FFF2-40B4-BE49-F238E27FC236}">
                <a16:creationId xmlns:a16="http://schemas.microsoft.com/office/drawing/2014/main" id="{3BB2F3B2-A741-1A64-D935-B4D316990F84}"/>
              </a:ext>
            </a:extLst>
          </p:cNvPr>
          <p:cNvSpPr txBox="1">
            <a:spLocks/>
          </p:cNvSpPr>
          <p:nvPr/>
        </p:nvSpPr>
        <p:spPr>
          <a:xfrm flipH="1">
            <a:off x="465423" y="1863672"/>
            <a:ext cx="3492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>
              <a:buClrTx/>
              <a:buFontTx/>
            </a:pPr>
            <a:r>
              <a:rPr lang="en" sz="2500" b="1">
                <a:solidFill>
                  <a:schemeClr val="tx1"/>
                </a:solidFill>
              </a:rPr>
              <a:t>Backend</a:t>
            </a:r>
          </a:p>
        </p:txBody>
      </p:sp>
      <p:sp>
        <p:nvSpPr>
          <p:cNvPr id="37" name="Google Shape;1060;p37">
            <a:extLst>
              <a:ext uri="{FF2B5EF4-FFF2-40B4-BE49-F238E27FC236}">
                <a16:creationId xmlns:a16="http://schemas.microsoft.com/office/drawing/2014/main" id="{476250F5-60BB-C816-6BE8-234456A02166}"/>
              </a:ext>
            </a:extLst>
          </p:cNvPr>
          <p:cNvSpPr txBox="1">
            <a:spLocks/>
          </p:cNvSpPr>
          <p:nvPr/>
        </p:nvSpPr>
        <p:spPr>
          <a:xfrm flipH="1">
            <a:off x="465423" y="2791012"/>
            <a:ext cx="34926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/>
              <a:t>Esegue le operazioni a partire dalle richieste dell’utente</a:t>
            </a:r>
          </a:p>
        </p:txBody>
      </p:sp>
      <p:sp>
        <p:nvSpPr>
          <p:cNvPr id="38" name="Google Shape;1061;p37">
            <a:extLst>
              <a:ext uri="{FF2B5EF4-FFF2-40B4-BE49-F238E27FC236}">
                <a16:creationId xmlns:a16="http://schemas.microsoft.com/office/drawing/2014/main" id="{471CAABF-D923-919C-4D1D-4560CB0D8354}"/>
              </a:ext>
            </a:extLst>
          </p:cNvPr>
          <p:cNvSpPr txBox="1">
            <a:spLocks/>
          </p:cNvSpPr>
          <p:nvPr/>
        </p:nvSpPr>
        <p:spPr>
          <a:xfrm flipH="1">
            <a:off x="465423" y="2964561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500" b="1" err="1">
                <a:solidFill>
                  <a:srgbClr val="099CEC"/>
                </a:solidFill>
              </a:rPr>
              <a:t>Frontend</a:t>
            </a:r>
            <a:endParaRPr lang="it-IT" sz="2500" b="1">
              <a:solidFill>
                <a:srgbClr val="099CEC"/>
              </a:solidFill>
            </a:endParaRPr>
          </a:p>
        </p:txBody>
      </p:sp>
      <p:sp>
        <p:nvSpPr>
          <p:cNvPr id="39" name="Google Shape;1062;p37">
            <a:extLst>
              <a:ext uri="{FF2B5EF4-FFF2-40B4-BE49-F238E27FC236}">
                <a16:creationId xmlns:a16="http://schemas.microsoft.com/office/drawing/2014/main" id="{F08E5D47-EF8E-B1A0-EA4B-239043B04751}"/>
              </a:ext>
            </a:extLst>
          </p:cNvPr>
          <p:cNvSpPr txBox="1">
            <a:spLocks/>
          </p:cNvSpPr>
          <p:nvPr/>
        </p:nvSpPr>
        <p:spPr>
          <a:xfrm flipH="1">
            <a:off x="465423" y="3885866"/>
            <a:ext cx="34926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err="1"/>
              <a:t>Intermediario</a:t>
            </a:r>
            <a:r>
              <a:rPr lang="en-US" sz="1000"/>
              <a:t> </a:t>
            </a:r>
            <a:r>
              <a:rPr lang="en-US" sz="1000" err="1"/>
              <a:t>tra</a:t>
            </a:r>
            <a:r>
              <a:rPr lang="en-US" sz="1000"/>
              <a:t> </a:t>
            </a:r>
            <a:r>
              <a:rPr lang="en-US" sz="1000" err="1"/>
              <a:t>Utente</a:t>
            </a:r>
            <a:r>
              <a:rPr lang="en-US" sz="1000"/>
              <a:t> e Frontend</a:t>
            </a:r>
          </a:p>
        </p:txBody>
      </p:sp>
      <p:cxnSp>
        <p:nvCxnSpPr>
          <p:cNvPr id="40" name="Google Shape;1063;p37">
            <a:extLst>
              <a:ext uri="{FF2B5EF4-FFF2-40B4-BE49-F238E27FC236}">
                <a16:creationId xmlns:a16="http://schemas.microsoft.com/office/drawing/2014/main" id="{FCBDB999-A1B9-E1C7-B5C7-408B655923A0}"/>
              </a:ext>
            </a:extLst>
          </p:cNvPr>
          <p:cNvCxnSpPr>
            <a:cxnSpLocks/>
          </p:cNvCxnSpPr>
          <p:nvPr/>
        </p:nvCxnSpPr>
        <p:spPr>
          <a:xfrm flipH="1">
            <a:off x="563873" y="2713950"/>
            <a:ext cx="613836" cy="8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1064;p37">
            <a:extLst>
              <a:ext uri="{FF2B5EF4-FFF2-40B4-BE49-F238E27FC236}">
                <a16:creationId xmlns:a16="http://schemas.microsoft.com/office/drawing/2014/main" id="{0F369907-AC76-CCC6-C4BE-3864086E8887}"/>
              </a:ext>
            </a:extLst>
          </p:cNvPr>
          <p:cNvCxnSpPr>
            <a:cxnSpLocks/>
          </p:cNvCxnSpPr>
          <p:nvPr/>
        </p:nvCxnSpPr>
        <p:spPr>
          <a:xfrm>
            <a:off x="575336" y="1601922"/>
            <a:ext cx="60237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1065;p37">
            <a:extLst>
              <a:ext uri="{FF2B5EF4-FFF2-40B4-BE49-F238E27FC236}">
                <a16:creationId xmlns:a16="http://schemas.microsoft.com/office/drawing/2014/main" id="{78D5D3C8-80C3-A69F-16AD-8390A547732E}"/>
              </a:ext>
            </a:extLst>
          </p:cNvPr>
          <p:cNvCxnSpPr>
            <a:cxnSpLocks/>
          </p:cNvCxnSpPr>
          <p:nvPr/>
        </p:nvCxnSpPr>
        <p:spPr>
          <a:xfrm flipH="1">
            <a:off x="563873" y="3809660"/>
            <a:ext cx="57553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7" name="Picture 2">
            <a:extLst>
              <a:ext uri="{FF2B5EF4-FFF2-40B4-BE49-F238E27FC236}">
                <a16:creationId xmlns:a16="http://schemas.microsoft.com/office/drawing/2014/main" id="{7313236F-C54C-AC8D-CBC1-42937CFE3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52" y="1180810"/>
            <a:ext cx="5783338" cy="373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13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30105BB3-DE1D-0491-DAE4-FC2DB58D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>
            <a:extLst>
              <a:ext uri="{FF2B5EF4-FFF2-40B4-BE49-F238E27FC236}">
                <a16:creationId xmlns:a16="http://schemas.microsoft.com/office/drawing/2014/main" id="{586EF42E-BD99-085A-F23F-46ED4DEA23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488" y="364380"/>
            <a:ext cx="5636290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Casi d’uso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810" name="Google Shape;810;p30">
            <a:extLst>
              <a:ext uri="{FF2B5EF4-FFF2-40B4-BE49-F238E27FC236}">
                <a16:creationId xmlns:a16="http://schemas.microsoft.com/office/drawing/2014/main" id="{0625B5DC-4C77-8928-4D24-0F7C8246BE42}"/>
              </a:ext>
            </a:extLst>
          </p:cNvPr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>
              <a:extLst>
                <a:ext uri="{FF2B5EF4-FFF2-40B4-BE49-F238E27FC236}">
                  <a16:creationId xmlns:a16="http://schemas.microsoft.com/office/drawing/2014/main" id="{984C0A65-78A7-E843-4C9F-00AD56E73385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>
              <a:extLst>
                <a:ext uri="{FF2B5EF4-FFF2-40B4-BE49-F238E27FC236}">
                  <a16:creationId xmlns:a16="http://schemas.microsoft.com/office/drawing/2014/main" id="{D16E287B-79AD-E4C9-5D95-5C3F2A3DAEED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>
              <a:extLst>
                <a:ext uri="{FF2B5EF4-FFF2-40B4-BE49-F238E27FC236}">
                  <a16:creationId xmlns:a16="http://schemas.microsoft.com/office/drawing/2014/main" id="{423F4946-4B37-5DD6-FC12-2EAE601D728E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>
              <a:extLst>
                <a:ext uri="{FF2B5EF4-FFF2-40B4-BE49-F238E27FC236}">
                  <a16:creationId xmlns:a16="http://schemas.microsoft.com/office/drawing/2014/main" id="{A779F1FD-C691-9556-52AC-B084FD6D918C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>
              <a:extLst>
                <a:ext uri="{FF2B5EF4-FFF2-40B4-BE49-F238E27FC236}">
                  <a16:creationId xmlns:a16="http://schemas.microsoft.com/office/drawing/2014/main" id="{2B1DA5AD-8B7B-69A7-528F-AEC4786E42DA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>
              <a:extLst>
                <a:ext uri="{FF2B5EF4-FFF2-40B4-BE49-F238E27FC236}">
                  <a16:creationId xmlns:a16="http://schemas.microsoft.com/office/drawing/2014/main" id="{D17723D3-9821-AB8F-038B-D41E4A93226F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>
              <a:extLst>
                <a:ext uri="{FF2B5EF4-FFF2-40B4-BE49-F238E27FC236}">
                  <a16:creationId xmlns:a16="http://schemas.microsoft.com/office/drawing/2014/main" id="{3C36D9DA-9977-ADEC-7E11-9D19B021EC2A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>
              <a:extLst>
                <a:ext uri="{FF2B5EF4-FFF2-40B4-BE49-F238E27FC236}">
                  <a16:creationId xmlns:a16="http://schemas.microsoft.com/office/drawing/2014/main" id="{DBCF0DEF-24FA-B434-C4E6-16B7C0E825BA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>
              <a:extLst>
                <a:ext uri="{FF2B5EF4-FFF2-40B4-BE49-F238E27FC236}">
                  <a16:creationId xmlns:a16="http://schemas.microsoft.com/office/drawing/2014/main" id="{62301146-B923-FA06-36BE-D230B455CCA4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>
              <a:extLst>
                <a:ext uri="{FF2B5EF4-FFF2-40B4-BE49-F238E27FC236}">
                  <a16:creationId xmlns:a16="http://schemas.microsoft.com/office/drawing/2014/main" id="{6E739DC2-A81E-A50E-AE07-6342AA1C1720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>
              <a:extLst>
                <a:ext uri="{FF2B5EF4-FFF2-40B4-BE49-F238E27FC236}">
                  <a16:creationId xmlns:a16="http://schemas.microsoft.com/office/drawing/2014/main" id="{9B363D18-A464-C53D-105A-340137F61B5C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>
              <a:extLst>
                <a:ext uri="{FF2B5EF4-FFF2-40B4-BE49-F238E27FC236}">
                  <a16:creationId xmlns:a16="http://schemas.microsoft.com/office/drawing/2014/main" id="{BB8F5206-5FDA-7ED1-2E6B-E8D3ED8ADDE8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>
              <a:extLst>
                <a:ext uri="{FF2B5EF4-FFF2-40B4-BE49-F238E27FC236}">
                  <a16:creationId xmlns:a16="http://schemas.microsoft.com/office/drawing/2014/main" id="{11A52244-F067-3134-C89E-F61F2BA77AD5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>
              <a:extLst>
                <a:ext uri="{FF2B5EF4-FFF2-40B4-BE49-F238E27FC236}">
                  <a16:creationId xmlns:a16="http://schemas.microsoft.com/office/drawing/2014/main" id="{022D1F00-6717-16F0-F78E-6846BAFA1597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>
              <a:extLst>
                <a:ext uri="{FF2B5EF4-FFF2-40B4-BE49-F238E27FC236}">
                  <a16:creationId xmlns:a16="http://schemas.microsoft.com/office/drawing/2014/main" id="{A70E656D-E605-1310-3D73-578ACD35F357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949;p34">
            <a:extLst>
              <a:ext uri="{FF2B5EF4-FFF2-40B4-BE49-F238E27FC236}">
                <a16:creationId xmlns:a16="http://schemas.microsoft.com/office/drawing/2014/main" id="{73932D1D-2907-8780-56D2-CB9959C28053}"/>
              </a:ext>
            </a:extLst>
          </p:cNvPr>
          <p:cNvSpPr txBox="1">
            <a:spLocks/>
          </p:cNvSpPr>
          <p:nvPr/>
        </p:nvSpPr>
        <p:spPr>
          <a:xfrm>
            <a:off x="357972" y="273824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Il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Backend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 genera il DockerFile partendo dai dati inseriti sul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form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.</a:t>
            </a:r>
            <a:endParaRPr lang="en-US" sz="1000" dirty="0">
              <a:latin typeface="DM Sans" pitchFamily="2" charset="0"/>
            </a:endParaRPr>
          </a:p>
          <a:p>
            <a:pPr marL="0" indent="0">
              <a:buFont typeface="DM Sans"/>
              <a:buNone/>
            </a:pPr>
            <a:endParaRPr lang="en-US" sz="1000"/>
          </a:p>
        </p:txBody>
      </p:sp>
      <p:sp>
        <p:nvSpPr>
          <p:cNvPr id="5" name="Google Shape;953;p34">
            <a:extLst>
              <a:ext uri="{FF2B5EF4-FFF2-40B4-BE49-F238E27FC236}">
                <a16:creationId xmlns:a16="http://schemas.microsoft.com/office/drawing/2014/main" id="{44BFEAAA-1BFF-F33F-54DB-74EAA795DF25}"/>
              </a:ext>
            </a:extLst>
          </p:cNvPr>
          <p:cNvSpPr txBox="1">
            <a:spLocks/>
          </p:cNvSpPr>
          <p:nvPr/>
        </p:nvSpPr>
        <p:spPr>
          <a:xfrm>
            <a:off x="357971" y="2368690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err="1"/>
              <a:t>CreaDockerFile</a:t>
            </a:r>
            <a:endParaRPr lang="it-IT" sz="2000"/>
          </a:p>
        </p:txBody>
      </p:sp>
      <p:sp>
        <p:nvSpPr>
          <p:cNvPr id="8" name="Google Shape;949;p34">
            <a:extLst>
              <a:ext uri="{FF2B5EF4-FFF2-40B4-BE49-F238E27FC236}">
                <a16:creationId xmlns:a16="http://schemas.microsoft.com/office/drawing/2014/main" id="{10361710-3102-D4F6-0B76-F24924E40B3F}"/>
              </a:ext>
            </a:extLst>
          </p:cNvPr>
          <p:cNvSpPr txBox="1">
            <a:spLocks/>
          </p:cNvSpPr>
          <p:nvPr/>
        </p:nvSpPr>
        <p:spPr>
          <a:xfrm>
            <a:off x="357973" y="141379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Consente di creare, rimuovere e modificare l’ordine dei comandi da inserire all’interno del DockerFile. Per facilitarne il processo sono presenti inoltre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tooltip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 informativi ed esempi di comandi nei campi di input.</a:t>
            </a:r>
            <a:endParaRPr lang="en-US" sz="1000" dirty="0">
              <a:latin typeface="DM Sans" pitchFamily="2" charset="0"/>
            </a:endParaRPr>
          </a:p>
          <a:p>
            <a:pPr marL="0" indent="0">
              <a:buFont typeface="DM Sans"/>
              <a:buNone/>
            </a:pPr>
            <a:endParaRPr lang="en-US" sz="1000"/>
          </a:p>
        </p:txBody>
      </p:sp>
      <p:sp>
        <p:nvSpPr>
          <p:cNvPr id="9" name="Google Shape;953;p34">
            <a:extLst>
              <a:ext uri="{FF2B5EF4-FFF2-40B4-BE49-F238E27FC236}">
                <a16:creationId xmlns:a16="http://schemas.microsoft.com/office/drawing/2014/main" id="{E00BA3A5-56F1-80DB-1EB2-93527B40A3CC}"/>
              </a:ext>
            </a:extLst>
          </p:cNvPr>
          <p:cNvSpPr txBox="1">
            <a:spLocks/>
          </p:cNvSpPr>
          <p:nvPr/>
        </p:nvSpPr>
        <p:spPr>
          <a:xfrm>
            <a:off x="357972" y="1044240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err="1"/>
              <a:t>CompilaForm</a:t>
            </a:r>
            <a:endParaRPr lang="it-IT" sz="20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232871A-DF5C-774E-7939-1039EF152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52" y="1180810"/>
            <a:ext cx="5783338" cy="373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49;p34">
            <a:extLst>
              <a:ext uri="{FF2B5EF4-FFF2-40B4-BE49-F238E27FC236}">
                <a16:creationId xmlns:a16="http://schemas.microsoft.com/office/drawing/2014/main" id="{B7A5EBFC-65CC-9DCC-4615-26270C069EA0}"/>
              </a:ext>
            </a:extLst>
          </p:cNvPr>
          <p:cNvSpPr txBox="1">
            <a:spLocks/>
          </p:cNvSpPr>
          <p:nvPr/>
        </p:nvSpPr>
        <p:spPr>
          <a:xfrm>
            <a:off x="357972" y="359649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US" sz="1000" dirty="0"/>
              <a:t>Il Backend </a:t>
            </a:r>
            <a:r>
              <a:rPr lang="en-US" sz="1000" dirty="0" err="1"/>
              <a:t>invia</a:t>
            </a:r>
            <a:r>
              <a:rPr lang="en-US" sz="1000" dirty="0"/>
              <a:t> il file </a:t>
            </a:r>
            <a:r>
              <a:rPr lang="en-US" sz="1000" dirty="0" err="1"/>
              <a:t>generato</a:t>
            </a:r>
            <a:r>
              <a:rPr lang="en-US" sz="1000" dirty="0"/>
              <a:t> al Frontend e poi lo </a:t>
            </a:r>
            <a:r>
              <a:rPr lang="en-US" sz="1000" dirty="0" err="1"/>
              <a:t>cancella</a:t>
            </a:r>
            <a:r>
              <a:rPr lang="en-US" sz="1000" dirty="0"/>
              <a:t>.</a:t>
            </a:r>
          </a:p>
          <a:p>
            <a:pPr marL="0" indent="0">
              <a:buFont typeface="DM Sans"/>
              <a:buNone/>
            </a:pPr>
            <a:endParaRPr lang="en-US" sz="1000" dirty="0"/>
          </a:p>
          <a:p>
            <a:pPr marL="0" indent="0">
              <a:buFont typeface="DM Sans"/>
              <a:buNone/>
            </a:pPr>
            <a:endParaRPr lang="en-US" sz="1000" dirty="0"/>
          </a:p>
        </p:txBody>
      </p:sp>
      <p:sp>
        <p:nvSpPr>
          <p:cNvPr id="7" name="Google Shape;953;p34">
            <a:extLst>
              <a:ext uri="{FF2B5EF4-FFF2-40B4-BE49-F238E27FC236}">
                <a16:creationId xmlns:a16="http://schemas.microsoft.com/office/drawing/2014/main" id="{9B3BE145-42A6-F2B1-F81F-CF82EC90BC6B}"/>
              </a:ext>
            </a:extLst>
          </p:cNvPr>
          <p:cNvSpPr txBox="1">
            <a:spLocks/>
          </p:cNvSpPr>
          <p:nvPr/>
        </p:nvSpPr>
        <p:spPr>
          <a:xfrm>
            <a:off x="357971" y="3226940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err="1"/>
              <a:t>InviaDockerFile</a:t>
            </a:r>
            <a:endParaRPr lang="it-IT" sz="2000"/>
          </a:p>
        </p:txBody>
      </p:sp>
    </p:spTree>
    <p:extLst>
      <p:ext uri="{BB962C8B-B14F-4D97-AF65-F5344CB8AC3E}">
        <p14:creationId xmlns:p14="http://schemas.microsoft.com/office/powerpoint/2010/main" val="296788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2B03FF31-0A44-C47F-FA83-2DA27C33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>
            <a:extLst>
              <a:ext uri="{FF2B5EF4-FFF2-40B4-BE49-F238E27FC236}">
                <a16:creationId xmlns:a16="http://schemas.microsoft.com/office/drawing/2014/main" id="{184F5FC4-3A64-F41B-1D6F-CFD22DCCB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488" y="364380"/>
            <a:ext cx="5636290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Casi d’uso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810" name="Google Shape;810;p30">
            <a:extLst>
              <a:ext uri="{FF2B5EF4-FFF2-40B4-BE49-F238E27FC236}">
                <a16:creationId xmlns:a16="http://schemas.microsoft.com/office/drawing/2014/main" id="{685C84DA-8F6E-4AD2-DD67-762D7C063F39}"/>
              </a:ext>
            </a:extLst>
          </p:cNvPr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>
              <a:extLst>
                <a:ext uri="{FF2B5EF4-FFF2-40B4-BE49-F238E27FC236}">
                  <a16:creationId xmlns:a16="http://schemas.microsoft.com/office/drawing/2014/main" id="{AC0B36B8-67EC-5182-575E-71FE7849E3D8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>
              <a:extLst>
                <a:ext uri="{FF2B5EF4-FFF2-40B4-BE49-F238E27FC236}">
                  <a16:creationId xmlns:a16="http://schemas.microsoft.com/office/drawing/2014/main" id="{A301E6CA-396E-0DE9-B6CB-58969E920FF0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>
              <a:extLst>
                <a:ext uri="{FF2B5EF4-FFF2-40B4-BE49-F238E27FC236}">
                  <a16:creationId xmlns:a16="http://schemas.microsoft.com/office/drawing/2014/main" id="{BA97F607-B96E-2109-80A7-61CDA53DB87C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>
              <a:extLst>
                <a:ext uri="{FF2B5EF4-FFF2-40B4-BE49-F238E27FC236}">
                  <a16:creationId xmlns:a16="http://schemas.microsoft.com/office/drawing/2014/main" id="{02E633B5-246B-ED0B-9CC3-3BA2A9D16497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>
              <a:extLst>
                <a:ext uri="{FF2B5EF4-FFF2-40B4-BE49-F238E27FC236}">
                  <a16:creationId xmlns:a16="http://schemas.microsoft.com/office/drawing/2014/main" id="{3BC3A06B-968B-6136-7839-AAA84019F684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>
              <a:extLst>
                <a:ext uri="{FF2B5EF4-FFF2-40B4-BE49-F238E27FC236}">
                  <a16:creationId xmlns:a16="http://schemas.microsoft.com/office/drawing/2014/main" id="{0881D596-8975-62F2-17F1-66C3BE9AE85C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>
              <a:extLst>
                <a:ext uri="{FF2B5EF4-FFF2-40B4-BE49-F238E27FC236}">
                  <a16:creationId xmlns:a16="http://schemas.microsoft.com/office/drawing/2014/main" id="{5E37136B-6C00-A247-F55D-E04287858623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>
              <a:extLst>
                <a:ext uri="{FF2B5EF4-FFF2-40B4-BE49-F238E27FC236}">
                  <a16:creationId xmlns:a16="http://schemas.microsoft.com/office/drawing/2014/main" id="{A0E9C44D-4D37-1F42-342A-73D018A0A0F8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>
              <a:extLst>
                <a:ext uri="{FF2B5EF4-FFF2-40B4-BE49-F238E27FC236}">
                  <a16:creationId xmlns:a16="http://schemas.microsoft.com/office/drawing/2014/main" id="{E1F63797-C83F-D8CD-342E-DDB86E849D0C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>
              <a:extLst>
                <a:ext uri="{FF2B5EF4-FFF2-40B4-BE49-F238E27FC236}">
                  <a16:creationId xmlns:a16="http://schemas.microsoft.com/office/drawing/2014/main" id="{6FC76D48-4BE1-B3D4-4DA1-EC2C95C9DEA2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>
              <a:extLst>
                <a:ext uri="{FF2B5EF4-FFF2-40B4-BE49-F238E27FC236}">
                  <a16:creationId xmlns:a16="http://schemas.microsoft.com/office/drawing/2014/main" id="{B491117E-216E-5FE9-DA47-8D8263561A01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>
              <a:extLst>
                <a:ext uri="{FF2B5EF4-FFF2-40B4-BE49-F238E27FC236}">
                  <a16:creationId xmlns:a16="http://schemas.microsoft.com/office/drawing/2014/main" id="{3379BBBE-07D3-6212-43E3-CD6B18A2CF12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>
              <a:extLst>
                <a:ext uri="{FF2B5EF4-FFF2-40B4-BE49-F238E27FC236}">
                  <a16:creationId xmlns:a16="http://schemas.microsoft.com/office/drawing/2014/main" id="{3AC08E15-7DAB-A9C0-372A-4177E59839E7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>
              <a:extLst>
                <a:ext uri="{FF2B5EF4-FFF2-40B4-BE49-F238E27FC236}">
                  <a16:creationId xmlns:a16="http://schemas.microsoft.com/office/drawing/2014/main" id="{F3BFA9B8-BBC1-EC1C-EF9A-8E862A7E5491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>
              <a:extLst>
                <a:ext uri="{FF2B5EF4-FFF2-40B4-BE49-F238E27FC236}">
                  <a16:creationId xmlns:a16="http://schemas.microsoft.com/office/drawing/2014/main" id="{4645F944-941B-6047-6FDA-E33B274E8B16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949;p34">
            <a:extLst>
              <a:ext uri="{FF2B5EF4-FFF2-40B4-BE49-F238E27FC236}">
                <a16:creationId xmlns:a16="http://schemas.microsoft.com/office/drawing/2014/main" id="{011EC06A-57C4-D1DE-5A78-C48C0414A05C}"/>
              </a:ext>
            </a:extLst>
          </p:cNvPr>
          <p:cNvSpPr txBox="1">
            <a:spLocks/>
          </p:cNvSpPr>
          <p:nvPr/>
        </p:nvSpPr>
        <p:spPr>
          <a:xfrm>
            <a:off x="357971" y="2386222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Il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Backend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 genera il Docker Compose partendo dal testo contenuto nella finestra delle modifiche.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5" name="Google Shape;953;p34">
            <a:extLst>
              <a:ext uri="{FF2B5EF4-FFF2-40B4-BE49-F238E27FC236}">
                <a16:creationId xmlns:a16="http://schemas.microsoft.com/office/drawing/2014/main" id="{54B7D6AD-4B2B-ED33-020E-FF08B3B3170C}"/>
              </a:ext>
            </a:extLst>
          </p:cNvPr>
          <p:cNvSpPr txBox="1">
            <a:spLocks/>
          </p:cNvSpPr>
          <p:nvPr/>
        </p:nvSpPr>
        <p:spPr>
          <a:xfrm>
            <a:off x="357970" y="2016672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dirty="0" err="1"/>
              <a:t>CreaDockerCompose</a:t>
            </a:r>
            <a:endParaRPr lang="it-IT" sz="2000"/>
          </a:p>
        </p:txBody>
      </p:sp>
      <p:sp>
        <p:nvSpPr>
          <p:cNvPr id="8" name="Google Shape;949;p34">
            <a:extLst>
              <a:ext uri="{FF2B5EF4-FFF2-40B4-BE49-F238E27FC236}">
                <a16:creationId xmlns:a16="http://schemas.microsoft.com/office/drawing/2014/main" id="{3023E200-A72E-DED1-EA6F-1163B7931147}"/>
              </a:ext>
            </a:extLst>
          </p:cNvPr>
          <p:cNvSpPr txBox="1">
            <a:spLocks/>
          </p:cNvSpPr>
          <p:nvPr/>
        </p:nvSpPr>
        <p:spPr>
          <a:xfrm>
            <a:off x="357973" y="141379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II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Frontend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 avvia il download del file generato.</a:t>
            </a:r>
            <a:endParaRPr lang="en-US" sz="1000" dirty="0">
              <a:latin typeface="DM Sans" pitchFamily="2" charset="0"/>
            </a:endParaRPr>
          </a:p>
          <a:p>
            <a:pPr marL="0" indent="0">
              <a:buFont typeface="DM Sans"/>
              <a:buNone/>
            </a:pPr>
            <a:endParaRPr lang="en-US" sz="1000"/>
          </a:p>
        </p:txBody>
      </p:sp>
      <p:sp>
        <p:nvSpPr>
          <p:cNvPr id="9" name="Google Shape;953;p34">
            <a:extLst>
              <a:ext uri="{FF2B5EF4-FFF2-40B4-BE49-F238E27FC236}">
                <a16:creationId xmlns:a16="http://schemas.microsoft.com/office/drawing/2014/main" id="{8084C21A-D5C9-A3F1-B910-415BF1C5AAF3}"/>
              </a:ext>
            </a:extLst>
          </p:cNvPr>
          <p:cNvSpPr txBox="1">
            <a:spLocks/>
          </p:cNvSpPr>
          <p:nvPr/>
        </p:nvSpPr>
        <p:spPr>
          <a:xfrm>
            <a:off x="357972" y="1044240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dirty="0" err="1"/>
              <a:t>DownloadDockerFile</a:t>
            </a:r>
            <a:endParaRPr lang="it-IT" sz="20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B912D20-DED8-F327-3C84-C70AC54F3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52" y="1180810"/>
            <a:ext cx="5783338" cy="373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949;p34">
            <a:extLst>
              <a:ext uri="{FF2B5EF4-FFF2-40B4-BE49-F238E27FC236}">
                <a16:creationId xmlns:a16="http://schemas.microsoft.com/office/drawing/2014/main" id="{397D3954-FCC3-65B8-CE94-8F1C2554F4F3}"/>
              </a:ext>
            </a:extLst>
          </p:cNvPr>
          <p:cNvSpPr txBox="1">
            <a:spLocks/>
          </p:cNvSpPr>
          <p:nvPr/>
        </p:nvSpPr>
        <p:spPr>
          <a:xfrm>
            <a:off x="357970" y="3455304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Il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Backend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inva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 il file generato al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Frontend</a:t>
            </a:r>
            <a:r>
              <a:rPr lang="it-IT" sz="1000" dirty="0">
                <a:solidFill>
                  <a:srgbClr val="000000"/>
                </a:solidFill>
                <a:latin typeface="DM Sans" pitchFamily="2" charset="0"/>
                <a:ea typeface="Aptos" panose="020B0004020202020204" pitchFamily="34" charset="0"/>
              </a:rPr>
              <a:t>, per poi cancellarlo.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6" name="Google Shape;953;p34">
            <a:extLst>
              <a:ext uri="{FF2B5EF4-FFF2-40B4-BE49-F238E27FC236}">
                <a16:creationId xmlns:a16="http://schemas.microsoft.com/office/drawing/2014/main" id="{D39CD4C3-F3AF-B1C1-FA3F-B1ACE51218FE}"/>
              </a:ext>
            </a:extLst>
          </p:cNvPr>
          <p:cNvSpPr txBox="1">
            <a:spLocks/>
          </p:cNvSpPr>
          <p:nvPr/>
        </p:nvSpPr>
        <p:spPr>
          <a:xfrm>
            <a:off x="357969" y="3085754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dirty="0" err="1"/>
              <a:t>InviaDockerCompose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305132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02776710-9256-9279-963C-6643AA3D1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>
            <a:extLst>
              <a:ext uri="{FF2B5EF4-FFF2-40B4-BE49-F238E27FC236}">
                <a16:creationId xmlns:a16="http://schemas.microsoft.com/office/drawing/2014/main" id="{6D02AE94-86B9-90E5-F457-62238B1DD4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488" y="364380"/>
            <a:ext cx="5636290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Casi d’uso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810" name="Google Shape;810;p30">
            <a:extLst>
              <a:ext uri="{FF2B5EF4-FFF2-40B4-BE49-F238E27FC236}">
                <a16:creationId xmlns:a16="http://schemas.microsoft.com/office/drawing/2014/main" id="{C20F28EC-AD4C-12E6-D1B7-A128391354A3}"/>
              </a:ext>
            </a:extLst>
          </p:cNvPr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>
              <a:extLst>
                <a:ext uri="{FF2B5EF4-FFF2-40B4-BE49-F238E27FC236}">
                  <a16:creationId xmlns:a16="http://schemas.microsoft.com/office/drawing/2014/main" id="{C2303907-999D-8665-2406-94DC28202ED4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>
              <a:extLst>
                <a:ext uri="{FF2B5EF4-FFF2-40B4-BE49-F238E27FC236}">
                  <a16:creationId xmlns:a16="http://schemas.microsoft.com/office/drawing/2014/main" id="{26AFC6E6-8865-F25E-DC97-205012B0B75C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>
              <a:extLst>
                <a:ext uri="{FF2B5EF4-FFF2-40B4-BE49-F238E27FC236}">
                  <a16:creationId xmlns:a16="http://schemas.microsoft.com/office/drawing/2014/main" id="{A191CDE3-504F-D6B0-854F-7B785ED88AA4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>
              <a:extLst>
                <a:ext uri="{FF2B5EF4-FFF2-40B4-BE49-F238E27FC236}">
                  <a16:creationId xmlns:a16="http://schemas.microsoft.com/office/drawing/2014/main" id="{46CF9F77-0459-AD4C-3F2E-B9C6EE62A537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>
              <a:extLst>
                <a:ext uri="{FF2B5EF4-FFF2-40B4-BE49-F238E27FC236}">
                  <a16:creationId xmlns:a16="http://schemas.microsoft.com/office/drawing/2014/main" id="{59D1C37B-A6CE-96A0-C9BE-BFEEBAA9A199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>
              <a:extLst>
                <a:ext uri="{FF2B5EF4-FFF2-40B4-BE49-F238E27FC236}">
                  <a16:creationId xmlns:a16="http://schemas.microsoft.com/office/drawing/2014/main" id="{90D16FC4-D4A1-F20D-18E5-47C034CD0F73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>
              <a:extLst>
                <a:ext uri="{FF2B5EF4-FFF2-40B4-BE49-F238E27FC236}">
                  <a16:creationId xmlns:a16="http://schemas.microsoft.com/office/drawing/2014/main" id="{C50ADD8F-F5AC-DAD0-792E-07B70015253B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>
              <a:extLst>
                <a:ext uri="{FF2B5EF4-FFF2-40B4-BE49-F238E27FC236}">
                  <a16:creationId xmlns:a16="http://schemas.microsoft.com/office/drawing/2014/main" id="{FB64F9E1-EA6D-FBB0-1E37-8E5598BC273E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>
              <a:extLst>
                <a:ext uri="{FF2B5EF4-FFF2-40B4-BE49-F238E27FC236}">
                  <a16:creationId xmlns:a16="http://schemas.microsoft.com/office/drawing/2014/main" id="{4B3F59BE-2335-D6E4-735B-AE92580CCFF9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>
              <a:extLst>
                <a:ext uri="{FF2B5EF4-FFF2-40B4-BE49-F238E27FC236}">
                  <a16:creationId xmlns:a16="http://schemas.microsoft.com/office/drawing/2014/main" id="{F09D2596-12ED-74BC-0078-60901EB20F81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>
              <a:extLst>
                <a:ext uri="{FF2B5EF4-FFF2-40B4-BE49-F238E27FC236}">
                  <a16:creationId xmlns:a16="http://schemas.microsoft.com/office/drawing/2014/main" id="{997DEF0E-A987-EACF-3601-56331C70558E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>
              <a:extLst>
                <a:ext uri="{FF2B5EF4-FFF2-40B4-BE49-F238E27FC236}">
                  <a16:creationId xmlns:a16="http://schemas.microsoft.com/office/drawing/2014/main" id="{229334EA-8C9B-3271-9B6D-AA5F80D46FEE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>
              <a:extLst>
                <a:ext uri="{FF2B5EF4-FFF2-40B4-BE49-F238E27FC236}">
                  <a16:creationId xmlns:a16="http://schemas.microsoft.com/office/drawing/2014/main" id="{E336B2D4-3CC3-C70D-49CB-3026242D6111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>
              <a:extLst>
                <a:ext uri="{FF2B5EF4-FFF2-40B4-BE49-F238E27FC236}">
                  <a16:creationId xmlns:a16="http://schemas.microsoft.com/office/drawing/2014/main" id="{6D3A41E4-F917-0560-98CB-B8F4EEBE00C1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>
              <a:extLst>
                <a:ext uri="{FF2B5EF4-FFF2-40B4-BE49-F238E27FC236}">
                  <a16:creationId xmlns:a16="http://schemas.microsoft.com/office/drawing/2014/main" id="{18A73822-1B65-17C7-6E95-72CD5C4F3F64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0213B294-41F9-E47D-89A9-CD1C816F0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52" y="1180810"/>
            <a:ext cx="5783338" cy="373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949;p34">
            <a:extLst>
              <a:ext uri="{FF2B5EF4-FFF2-40B4-BE49-F238E27FC236}">
                <a16:creationId xmlns:a16="http://schemas.microsoft.com/office/drawing/2014/main" id="{082AAEAC-9CBE-72F2-38FF-2B0082DED1B5}"/>
              </a:ext>
            </a:extLst>
          </p:cNvPr>
          <p:cNvSpPr txBox="1">
            <a:spLocks/>
          </p:cNvSpPr>
          <p:nvPr/>
        </p:nvSpPr>
        <p:spPr>
          <a:xfrm>
            <a:off x="357973" y="255985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US" sz="1000" dirty="0" err="1"/>
              <a:t>L’utente</a:t>
            </a:r>
            <a:r>
              <a:rPr lang="en-US" sz="1000" dirty="0"/>
              <a:t> può </a:t>
            </a:r>
            <a:r>
              <a:rPr lang="en-US" sz="1000" dirty="0" err="1"/>
              <a:t>modificare</a:t>
            </a:r>
            <a:r>
              <a:rPr lang="en-US" sz="1000" dirty="0"/>
              <a:t> il </a:t>
            </a:r>
            <a:r>
              <a:rPr lang="en-US" sz="1000" dirty="0" err="1"/>
              <a:t>contenuto</a:t>
            </a:r>
            <a:r>
              <a:rPr lang="en-US" sz="1000" dirty="0"/>
              <a:t> del Docker Compose </a:t>
            </a:r>
            <a:r>
              <a:rPr lang="en-US" sz="1000" dirty="0" err="1"/>
              <a:t>nell’apposita</a:t>
            </a:r>
            <a:r>
              <a:rPr lang="en-US" sz="1000" dirty="0"/>
              <a:t> </a:t>
            </a:r>
            <a:r>
              <a:rPr lang="en-US" sz="1000" dirty="0" err="1"/>
              <a:t>finestra</a:t>
            </a:r>
            <a:r>
              <a:rPr lang="en-US" sz="1000" dirty="0"/>
              <a:t>.</a:t>
            </a:r>
            <a:endParaRPr lang="en-US" sz="1000"/>
          </a:p>
        </p:txBody>
      </p:sp>
      <p:sp>
        <p:nvSpPr>
          <p:cNvPr id="5" name="Google Shape;953;p34">
            <a:extLst>
              <a:ext uri="{FF2B5EF4-FFF2-40B4-BE49-F238E27FC236}">
                <a16:creationId xmlns:a16="http://schemas.microsoft.com/office/drawing/2014/main" id="{19825863-A98E-FF18-28DB-0F52546F7641}"/>
              </a:ext>
            </a:extLst>
          </p:cNvPr>
          <p:cNvSpPr txBox="1">
            <a:spLocks/>
          </p:cNvSpPr>
          <p:nvPr/>
        </p:nvSpPr>
        <p:spPr>
          <a:xfrm>
            <a:off x="357972" y="2190300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err="1"/>
              <a:t>ModificaDockerCompose</a:t>
            </a:r>
            <a:endParaRPr lang="it-IT" sz="2000"/>
          </a:p>
        </p:txBody>
      </p:sp>
      <p:sp>
        <p:nvSpPr>
          <p:cNvPr id="8" name="Google Shape;949;p34">
            <a:extLst>
              <a:ext uri="{FF2B5EF4-FFF2-40B4-BE49-F238E27FC236}">
                <a16:creationId xmlns:a16="http://schemas.microsoft.com/office/drawing/2014/main" id="{ADFD6309-B253-C67E-C4A6-24BB5EC09ABE}"/>
              </a:ext>
            </a:extLst>
          </p:cNvPr>
          <p:cNvSpPr txBox="1">
            <a:spLocks/>
          </p:cNvSpPr>
          <p:nvPr/>
        </p:nvSpPr>
        <p:spPr>
          <a:xfrm>
            <a:off x="357973" y="141379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Il </a:t>
            </a:r>
            <a:r>
              <a:rPr lang="it-IT" sz="1000" dirty="0" err="1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Frontend</a:t>
            </a:r>
            <a:r>
              <a:rPr lang="it-IT" sz="1000" dirty="0">
                <a:solidFill>
                  <a:srgbClr val="000000"/>
                </a:solidFill>
                <a:effectLst/>
                <a:latin typeface="DM Sans" pitchFamily="2" charset="0"/>
                <a:ea typeface="Aptos" panose="020B0004020202020204" pitchFamily="34" charset="0"/>
              </a:rPr>
              <a:t> avvia il download del file generato.</a:t>
            </a:r>
            <a:endParaRPr lang="en-US" sz="1000" dirty="0">
              <a:latin typeface="DM Sans" pitchFamily="2" charset="0"/>
            </a:endParaRPr>
          </a:p>
          <a:p>
            <a:pPr marL="0" indent="0">
              <a:buFont typeface="DM Sans"/>
              <a:buNone/>
            </a:pPr>
            <a:endParaRPr lang="en-US" sz="1000"/>
          </a:p>
        </p:txBody>
      </p:sp>
      <p:sp>
        <p:nvSpPr>
          <p:cNvPr id="9" name="Google Shape;953;p34">
            <a:extLst>
              <a:ext uri="{FF2B5EF4-FFF2-40B4-BE49-F238E27FC236}">
                <a16:creationId xmlns:a16="http://schemas.microsoft.com/office/drawing/2014/main" id="{E5F3A18D-481A-110C-B243-2910D15FCA7C}"/>
              </a:ext>
            </a:extLst>
          </p:cNvPr>
          <p:cNvSpPr txBox="1">
            <a:spLocks/>
          </p:cNvSpPr>
          <p:nvPr/>
        </p:nvSpPr>
        <p:spPr>
          <a:xfrm>
            <a:off x="357972" y="1044240"/>
            <a:ext cx="3625173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err="1"/>
              <a:t>DownloadDockerCompose</a:t>
            </a:r>
            <a:endParaRPr lang="it-IT" sz="2000"/>
          </a:p>
        </p:txBody>
      </p:sp>
    </p:spTree>
    <p:extLst>
      <p:ext uri="{BB962C8B-B14F-4D97-AF65-F5344CB8AC3E}">
        <p14:creationId xmlns:p14="http://schemas.microsoft.com/office/powerpoint/2010/main" val="219934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>
          <a:extLst>
            <a:ext uri="{FF2B5EF4-FFF2-40B4-BE49-F238E27FC236}">
              <a16:creationId xmlns:a16="http://schemas.microsoft.com/office/drawing/2014/main" id="{7CD0FB97-B222-6B92-1015-E2AC033B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36">
            <a:extLst>
              <a:ext uri="{FF2B5EF4-FFF2-40B4-BE49-F238E27FC236}">
                <a16:creationId xmlns:a16="http://schemas.microsoft.com/office/drawing/2014/main" id="{A4386808-063D-F255-C013-509E90DC8696}"/>
              </a:ext>
            </a:extLst>
          </p:cNvPr>
          <p:cNvGrpSpPr/>
          <p:nvPr/>
        </p:nvGrpSpPr>
        <p:grpSpPr>
          <a:xfrm rot="5400000">
            <a:off x="8322971" y="-141834"/>
            <a:ext cx="374394" cy="962866"/>
            <a:chOff x="-720900" y="1958300"/>
            <a:chExt cx="462900" cy="1190488"/>
          </a:xfrm>
        </p:grpSpPr>
        <p:sp>
          <p:nvSpPr>
            <p:cNvPr id="981" name="Google Shape;981;p36">
              <a:extLst>
                <a:ext uri="{FF2B5EF4-FFF2-40B4-BE49-F238E27FC236}">
                  <a16:creationId xmlns:a16="http://schemas.microsoft.com/office/drawing/2014/main" id="{6CD1ECDC-BB81-F218-0808-AEB42EDFEDD9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6">
              <a:extLst>
                <a:ext uri="{FF2B5EF4-FFF2-40B4-BE49-F238E27FC236}">
                  <a16:creationId xmlns:a16="http://schemas.microsoft.com/office/drawing/2014/main" id="{83991934-6C8A-69ED-E0A2-6AAD506F6FFE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6">
              <a:extLst>
                <a:ext uri="{FF2B5EF4-FFF2-40B4-BE49-F238E27FC236}">
                  <a16:creationId xmlns:a16="http://schemas.microsoft.com/office/drawing/2014/main" id="{71C1D122-171B-549C-3344-61AB0225A0A6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6">
              <a:extLst>
                <a:ext uri="{FF2B5EF4-FFF2-40B4-BE49-F238E27FC236}">
                  <a16:creationId xmlns:a16="http://schemas.microsoft.com/office/drawing/2014/main" id="{9D84F9D3-2D4B-1BC1-1CDA-D0847872A168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6">
              <a:extLst>
                <a:ext uri="{FF2B5EF4-FFF2-40B4-BE49-F238E27FC236}">
                  <a16:creationId xmlns:a16="http://schemas.microsoft.com/office/drawing/2014/main" id="{EA57F5F2-2588-F229-CB8B-0A3B11EF9D6C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6">
              <a:extLst>
                <a:ext uri="{FF2B5EF4-FFF2-40B4-BE49-F238E27FC236}">
                  <a16:creationId xmlns:a16="http://schemas.microsoft.com/office/drawing/2014/main" id="{16010ABE-A81A-BE98-A0FC-894066FF9173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6">
              <a:extLst>
                <a:ext uri="{FF2B5EF4-FFF2-40B4-BE49-F238E27FC236}">
                  <a16:creationId xmlns:a16="http://schemas.microsoft.com/office/drawing/2014/main" id="{686536A4-F5BA-0628-2978-006209C027F2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6">
              <a:extLst>
                <a:ext uri="{FF2B5EF4-FFF2-40B4-BE49-F238E27FC236}">
                  <a16:creationId xmlns:a16="http://schemas.microsoft.com/office/drawing/2014/main" id="{5890227B-6CF1-0248-32EB-E8EE2B70C739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6">
              <a:extLst>
                <a:ext uri="{FF2B5EF4-FFF2-40B4-BE49-F238E27FC236}">
                  <a16:creationId xmlns:a16="http://schemas.microsoft.com/office/drawing/2014/main" id="{098811CB-4FE1-A12F-7C11-8E51D1BC8423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>
              <a:extLst>
                <a:ext uri="{FF2B5EF4-FFF2-40B4-BE49-F238E27FC236}">
                  <a16:creationId xmlns:a16="http://schemas.microsoft.com/office/drawing/2014/main" id="{FF30C138-1BCA-8103-8434-2161B2801B30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>
              <a:extLst>
                <a:ext uri="{FF2B5EF4-FFF2-40B4-BE49-F238E27FC236}">
                  <a16:creationId xmlns:a16="http://schemas.microsoft.com/office/drawing/2014/main" id="{14D182C6-68DB-DF16-EFC7-1F029EF2E66B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>
              <a:extLst>
                <a:ext uri="{FF2B5EF4-FFF2-40B4-BE49-F238E27FC236}">
                  <a16:creationId xmlns:a16="http://schemas.microsoft.com/office/drawing/2014/main" id="{EE0F02FD-A1BA-CB0D-9D24-DA358C6F67E3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>
              <a:extLst>
                <a:ext uri="{FF2B5EF4-FFF2-40B4-BE49-F238E27FC236}">
                  <a16:creationId xmlns:a16="http://schemas.microsoft.com/office/drawing/2014/main" id="{8F08D157-77C3-E4AB-7634-D3E9E13BDCAA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6">
              <a:extLst>
                <a:ext uri="{FF2B5EF4-FFF2-40B4-BE49-F238E27FC236}">
                  <a16:creationId xmlns:a16="http://schemas.microsoft.com/office/drawing/2014/main" id="{8397DBEA-0A31-A9E3-0FEA-22D6DC5C1143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6">
              <a:extLst>
                <a:ext uri="{FF2B5EF4-FFF2-40B4-BE49-F238E27FC236}">
                  <a16:creationId xmlns:a16="http://schemas.microsoft.com/office/drawing/2014/main" id="{D34068C7-E853-DFB5-49FF-AE4402D4E4B5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212;p41">
            <a:extLst>
              <a:ext uri="{FF2B5EF4-FFF2-40B4-BE49-F238E27FC236}">
                <a16:creationId xmlns:a16="http://schemas.microsoft.com/office/drawing/2014/main" id="{E183A8B5-FCD2-BE6C-B885-14607BA47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tx1"/>
                </a:solidFill>
              </a:rPr>
              <a:t>Matrice</a:t>
            </a:r>
            <a:r>
              <a:rPr lang="en-US" sz="3500">
                <a:solidFill>
                  <a:schemeClr val="tx1"/>
                </a:solidFill>
              </a:rPr>
              <a:t> di </a:t>
            </a:r>
            <a:r>
              <a:rPr lang="en-US" sz="3500" err="1">
                <a:solidFill>
                  <a:srgbClr val="00B0F0"/>
                </a:solidFill>
              </a:rPr>
              <a:t>Tracciabilità</a:t>
            </a:r>
            <a:endParaRPr lang="en-US" sz="3500">
              <a:solidFill>
                <a:srgbClr val="00B0F0"/>
              </a:solidFill>
            </a:endParaRPr>
          </a:p>
        </p:txBody>
      </p:sp>
      <p:graphicFrame>
        <p:nvGraphicFramePr>
          <p:cNvPr id="7" name="Google Shape;1213;p41">
            <a:extLst>
              <a:ext uri="{FF2B5EF4-FFF2-40B4-BE49-F238E27FC236}">
                <a16:creationId xmlns:a16="http://schemas.microsoft.com/office/drawing/2014/main" id="{B308FB0D-1482-E649-55BF-3C4396055C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3853728"/>
              </p:ext>
            </p:extLst>
          </p:nvPr>
        </p:nvGraphicFramePr>
        <p:xfrm>
          <a:off x="254117" y="1176859"/>
          <a:ext cx="8635766" cy="3814239"/>
        </p:xfrm>
        <a:graphic>
          <a:graphicData uri="http://schemas.openxmlformats.org/drawingml/2006/table">
            <a:tbl>
              <a:tblPr>
                <a:noFill/>
                <a:tableStyleId>{72325D3D-1DA4-49AD-A470-7E3FBA8BF5EE}</a:tableStyleId>
              </a:tblPr>
              <a:tblGrid>
                <a:gridCol w="1655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1939525567"/>
                    </a:ext>
                  </a:extLst>
                </a:gridCol>
                <a:gridCol w="872505">
                  <a:extLst>
                    <a:ext uri="{9D8B030D-6E8A-4147-A177-3AD203B41FA5}">
                      <a16:colId xmlns:a16="http://schemas.microsoft.com/office/drawing/2014/main" val="3851037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dirty="0">
                        <a:solidFill>
                          <a:srgbClr val="099CEC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Compila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Form</a:t>
                      </a:r>
                      <a:endParaRPr sz="900" b="1" dirty="0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DockerFile</a:t>
                      </a:r>
                      <a:endParaRPr sz="900" b="1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Invia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DockerFile</a:t>
                      </a:r>
                      <a:endParaRPr sz="900" b="1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Download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DockerFIle</a:t>
                      </a:r>
                      <a:endParaRPr sz="900" b="1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Docker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Compose</a:t>
                      </a:r>
                      <a:endParaRPr sz="900" b="1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Invia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Docker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Compose</a:t>
                      </a:r>
                      <a:endParaRPr sz="900" b="1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Download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Docker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Compose</a:t>
                      </a:r>
                      <a:endParaRPr sz="900" b="1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Modifica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Docker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Compose</a:t>
                      </a:r>
                      <a:endParaRPr sz="900" b="1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6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Compilazione Form</a:t>
                      </a:r>
                      <a:endParaRPr sz="900"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Descrizione ed Esempio dei comandi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2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Inserimento e Rimozione dei comandi</a:t>
                      </a:r>
                      <a:endParaRPr sz="900"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Spostamento campi del Form</a:t>
                      </a:r>
                      <a:endParaRPr sz="900"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Generazione DockerFile</a:t>
                      </a:r>
                      <a:endParaRPr sz="900"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00" b="1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Download DockerFile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5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Preview DockerFile</a:t>
                      </a:r>
                      <a:endParaRPr sz="900" b="1" dirty="0"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2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900" b="1" dirty="0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Download Docker Compose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1798"/>
                  </a:ext>
                </a:extLst>
              </a:tr>
              <a:tr h="3382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900" b="1" dirty="0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Generazione Docker Compose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023943"/>
                  </a:ext>
                </a:extLst>
              </a:tr>
              <a:tr h="278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900" b="1" dirty="0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Preview Docker Compose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488437"/>
                  </a:ext>
                </a:extLst>
              </a:tr>
              <a:tr h="355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900" b="1">
                          <a:solidFill>
                            <a:schemeClr val="accen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Modifiche Docker Compose</a:t>
                      </a: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B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3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223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9C16E2A0-0645-DB31-7303-B80F4938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1">
            <a:extLst>
              <a:ext uri="{FF2B5EF4-FFF2-40B4-BE49-F238E27FC236}">
                <a16:creationId xmlns:a16="http://schemas.microsoft.com/office/drawing/2014/main" id="{8B391F61-A131-B0C4-AB9B-AC1F374AA7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8325" y="2380401"/>
            <a:ext cx="7181478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Struttura sito</a:t>
            </a:r>
            <a:endParaRPr/>
          </a:p>
        </p:txBody>
      </p:sp>
      <p:sp>
        <p:nvSpPr>
          <p:cNvPr id="831" name="Google Shape;831;p31">
            <a:extLst>
              <a:ext uri="{FF2B5EF4-FFF2-40B4-BE49-F238E27FC236}">
                <a16:creationId xmlns:a16="http://schemas.microsoft.com/office/drawing/2014/main" id="{835A0BEF-C33D-13B4-6E17-663DC0C83DB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8325" y="657900"/>
            <a:ext cx="2396400" cy="15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03</a:t>
            </a:r>
          </a:p>
        </p:txBody>
      </p:sp>
      <p:cxnSp>
        <p:nvCxnSpPr>
          <p:cNvPr id="878" name="Google Shape;878;p31">
            <a:extLst>
              <a:ext uri="{FF2B5EF4-FFF2-40B4-BE49-F238E27FC236}">
                <a16:creationId xmlns:a16="http://schemas.microsoft.com/office/drawing/2014/main" id="{1837DA46-62D5-F402-712E-EB80C755B73C}"/>
              </a:ext>
            </a:extLst>
          </p:cNvPr>
          <p:cNvCxnSpPr>
            <a:cxnSpLocks/>
          </p:cNvCxnSpPr>
          <p:nvPr/>
        </p:nvCxnSpPr>
        <p:spPr>
          <a:xfrm>
            <a:off x="946617" y="2239500"/>
            <a:ext cx="173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59775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29006079-D7E2-03F5-008F-7C7F4AB8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C6F2469-24DB-A5C4-F341-80B59E2A8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098" y="1478584"/>
            <a:ext cx="4741966" cy="301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3" name="Google Shape;803;p30">
            <a:extLst>
              <a:ext uri="{FF2B5EF4-FFF2-40B4-BE49-F238E27FC236}">
                <a16:creationId xmlns:a16="http://schemas.microsoft.com/office/drawing/2014/main" id="{28CC0953-EA19-B058-592A-ACDE77F036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870535"/>
            <a:ext cx="6075357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tx1"/>
                </a:solidFill>
              </a:rPr>
              <a:t>Pagina </a:t>
            </a:r>
            <a:r>
              <a:rPr lang="it-IT">
                <a:solidFill>
                  <a:srgbClr val="099CEC"/>
                </a:solidFill>
              </a:rPr>
              <a:t>Home</a:t>
            </a:r>
            <a:endParaRPr>
              <a:solidFill>
                <a:srgbClr val="099CEC"/>
              </a:solidFill>
            </a:endParaRPr>
          </a:p>
        </p:txBody>
      </p:sp>
      <p:sp>
        <p:nvSpPr>
          <p:cNvPr id="804" name="Google Shape;804;p30">
            <a:extLst>
              <a:ext uri="{FF2B5EF4-FFF2-40B4-BE49-F238E27FC236}">
                <a16:creationId xmlns:a16="http://schemas.microsoft.com/office/drawing/2014/main" id="{9E864791-228C-05B1-6370-D0D1286C399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694819"/>
            <a:ext cx="3423118" cy="1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La Home è la </a:t>
            </a:r>
            <a:r>
              <a:rPr lang="en-US" dirty="0" err="1"/>
              <a:t>pagina</a:t>
            </a:r>
            <a:r>
              <a:rPr lang="en-US" dirty="0"/>
              <a:t> di </a:t>
            </a:r>
            <a:r>
              <a:rPr lang="en-US" dirty="0" err="1"/>
              <a:t>introduzione</a:t>
            </a:r>
            <a:r>
              <a:rPr lang="en-US" dirty="0"/>
              <a:t>, dove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informazioni</a:t>
            </a:r>
            <a:r>
              <a:rPr lang="en-US" dirty="0"/>
              <a:t> </a:t>
            </a:r>
            <a:r>
              <a:rPr lang="en-US" dirty="0" err="1"/>
              <a:t>riguardante</a:t>
            </a:r>
            <a:r>
              <a:rPr lang="en-US" dirty="0"/>
              <a:t> il </a:t>
            </a:r>
            <a:r>
              <a:rPr lang="en-US" dirty="0" err="1"/>
              <a:t>funzionamento</a:t>
            </a:r>
            <a:r>
              <a:rPr lang="en-US" dirty="0"/>
              <a:t> </a:t>
            </a:r>
            <a:r>
              <a:rPr lang="en-US"/>
              <a:t>del </a:t>
            </a:r>
            <a:r>
              <a:rPr lang="en-US" dirty="0" err="1"/>
              <a:t>sito</a:t>
            </a:r>
            <a:r>
              <a:rPr lang="en-US" dirty="0"/>
              <a:t> e una breve </a:t>
            </a:r>
            <a:r>
              <a:rPr lang="en-US" dirty="0" err="1"/>
              <a:t>documentazione</a:t>
            </a:r>
            <a:r>
              <a:rPr lang="en-US" dirty="0"/>
              <a:t> </a:t>
            </a:r>
            <a:r>
              <a:rPr lang="en-US" dirty="0" err="1"/>
              <a:t>riguardante</a:t>
            </a:r>
            <a:r>
              <a:rPr lang="en-US" dirty="0"/>
              <a:t> DockerFile e Docker Compose.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Struttura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/>
              <a:t>:</a:t>
            </a:r>
            <a:endParaRPr lang="en-US"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Navbar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-IT" dirty="0"/>
              <a:t>Caratteristiche del Sito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Informazioni su DockerFile e Docker Compose</a:t>
            </a:r>
            <a:endParaRPr lang="en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Footer</a:t>
            </a:r>
          </a:p>
        </p:txBody>
      </p:sp>
      <p:grpSp>
        <p:nvGrpSpPr>
          <p:cNvPr id="810" name="Google Shape;810;p30">
            <a:extLst>
              <a:ext uri="{FF2B5EF4-FFF2-40B4-BE49-F238E27FC236}">
                <a16:creationId xmlns:a16="http://schemas.microsoft.com/office/drawing/2014/main" id="{16AC61F1-C0B8-EA93-9BFD-60A27C398656}"/>
              </a:ext>
            </a:extLst>
          </p:cNvPr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>
              <a:extLst>
                <a:ext uri="{FF2B5EF4-FFF2-40B4-BE49-F238E27FC236}">
                  <a16:creationId xmlns:a16="http://schemas.microsoft.com/office/drawing/2014/main" id="{0448F7D0-DE82-C573-44AA-08FDE0D64543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>
              <a:extLst>
                <a:ext uri="{FF2B5EF4-FFF2-40B4-BE49-F238E27FC236}">
                  <a16:creationId xmlns:a16="http://schemas.microsoft.com/office/drawing/2014/main" id="{23D9EF6B-AE13-3D51-26A3-9370117DC647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>
              <a:extLst>
                <a:ext uri="{FF2B5EF4-FFF2-40B4-BE49-F238E27FC236}">
                  <a16:creationId xmlns:a16="http://schemas.microsoft.com/office/drawing/2014/main" id="{366EBA7E-88D6-A16A-594C-640E920BFBB2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>
              <a:extLst>
                <a:ext uri="{FF2B5EF4-FFF2-40B4-BE49-F238E27FC236}">
                  <a16:creationId xmlns:a16="http://schemas.microsoft.com/office/drawing/2014/main" id="{D656CEB3-291D-9346-2AF4-C9B62A6D48F3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>
              <a:extLst>
                <a:ext uri="{FF2B5EF4-FFF2-40B4-BE49-F238E27FC236}">
                  <a16:creationId xmlns:a16="http://schemas.microsoft.com/office/drawing/2014/main" id="{7FE5A1B9-EB2C-3CD9-5DBF-7A2C6C4C9300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>
              <a:extLst>
                <a:ext uri="{FF2B5EF4-FFF2-40B4-BE49-F238E27FC236}">
                  <a16:creationId xmlns:a16="http://schemas.microsoft.com/office/drawing/2014/main" id="{828C2312-261A-4770-5DB3-CD1D06823AE2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>
              <a:extLst>
                <a:ext uri="{FF2B5EF4-FFF2-40B4-BE49-F238E27FC236}">
                  <a16:creationId xmlns:a16="http://schemas.microsoft.com/office/drawing/2014/main" id="{86C0E1D7-346E-88E2-7D18-6AD891729C62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>
              <a:extLst>
                <a:ext uri="{FF2B5EF4-FFF2-40B4-BE49-F238E27FC236}">
                  <a16:creationId xmlns:a16="http://schemas.microsoft.com/office/drawing/2014/main" id="{AA36AE1B-53B1-62D4-29DB-D79258E6F12A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>
              <a:extLst>
                <a:ext uri="{FF2B5EF4-FFF2-40B4-BE49-F238E27FC236}">
                  <a16:creationId xmlns:a16="http://schemas.microsoft.com/office/drawing/2014/main" id="{136B3B40-A59A-2F27-50FB-3D27E2802F1D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>
              <a:extLst>
                <a:ext uri="{FF2B5EF4-FFF2-40B4-BE49-F238E27FC236}">
                  <a16:creationId xmlns:a16="http://schemas.microsoft.com/office/drawing/2014/main" id="{2C9C4F2E-C90A-DA15-24EC-1A4568C7A630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>
              <a:extLst>
                <a:ext uri="{FF2B5EF4-FFF2-40B4-BE49-F238E27FC236}">
                  <a16:creationId xmlns:a16="http://schemas.microsoft.com/office/drawing/2014/main" id="{79D2F762-DBA3-DB61-C8BE-7AD8EE799DBE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>
              <a:extLst>
                <a:ext uri="{FF2B5EF4-FFF2-40B4-BE49-F238E27FC236}">
                  <a16:creationId xmlns:a16="http://schemas.microsoft.com/office/drawing/2014/main" id="{5C5B7DB2-C938-0B6C-6450-72140986BFAA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>
              <a:extLst>
                <a:ext uri="{FF2B5EF4-FFF2-40B4-BE49-F238E27FC236}">
                  <a16:creationId xmlns:a16="http://schemas.microsoft.com/office/drawing/2014/main" id="{C02E2C25-37D5-AB3E-378F-E6356EA90450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>
              <a:extLst>
                <a:ext uri="{FF2B5EF4-FFF2-40B4-BE49-F238E27FC236}">
                  <a16:creationId xmlns:a16="http://schemas.microsoft.com/office/drawing/2014/main" id="{2A5CA7D0-4734-51C9-5C6D-5DD099548CA2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>
              <a:extLst>
                <a:ext uri="{FF2B5EF4-FFF2-40B4-BE49-F238E27FC236}">
                  <a16:creationId xmlns:a16="http://schemas.microsoft.com/office/drawing/2014/main" id="{1EBB04DC-FDF0-4BB6-9AFB-F0AA735E5E7A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18354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1201D1CB-EAEB-C24F-7DBE-978E996E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>
            <a:extLst>
              <a:ext uri="{FF2B5EF4-FFF2-40B4-BE49-F238E27FC236}">
                <a16:creationId xmlns:a16="http://schemas.microsoft.com/office/drawing/2014/main" id="{AD2E065E-8DBF-A2F6-680B-ED7735D40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870535"/>
            <a:ext cx="6075357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tx1"/>
                </a:solidFill>
              </a:rPr>
              <a:t>Pagina </a:t>
            </a:r>
            <a:r>
              <a:rPr lang="it-IT">
                <a:solidFill>
                  <a:srgbClr val="099CEC"/>
                </a:solidFill>
              </a:rPr>
              <a:t>Generazione File</a:t>
            </a:r>
            <a:endParaRPr>
              <a:solidFill>
                <a:srgbClr val="099CEC"/>
              </a:solidFill>
            </a:endParaRPr>
          </a:p>
        </p:txBody>
      </p:sp>
      <p:sp>
        <p:nvSpPr>
          <p:cNvPr id="804" name="Google Shape;804;p30">
            <a:extLst>
              <a:ext uri="{FF2B5EF4-FFF2-40B4-BE49-F238E27FC236}">
                <a16:creationId xmlns:a16="http://schemas.microsoft.com/office/drawing/2014/main" id="{AD0390AE-0002-1665-BD26-781AE982B9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654337"/>
            <a:ext cx="3858775" cy="1834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dirty="0"/>
              <a:t>La </a:t>
            </a:r>
            <a:r>
              <a:rPr lang="en-US" dirty="0" err="1"/>
              <a:t>pagina</a:t>
            </a:r>
            <a:r>
              <a:rPr lang="en-US" dirty="0"/>
              <a:t> di </a:t>
            </a:r>
            <a:r>
              <a:rPr lang="en-US" dirty="0" err="1"/>
              <a:t>generazione</a:t>
            </a:r>
            <a:r>
              <a:rPr lang="en-US" dirty="0"/>
              <a:t> dei file è dove </a:t>
            </a:r>
            <a:r>
              <a:rPr lang="en-US" dirty="0" err="1"/>
              <a:t>l’utente</a:t>
            </a:r>
            <a:r>
              <a:rPr lang="en-US" dirty="0"/>
              <a:t> può </a:t>
            </a: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interattivamente</a:t>
            </a:r>
            <a:r>
              <a:rPr lang="en-US" dirty="0"/>
              <a:t> il DockerFile e il Docker Compose </a:t>
            </a:r>
            <a:r>
              <a:rPr lang="en-US" dirty="0" err="1"/>
              <a:t>tramite</a:t>
            </a:r>
            <a:r>
              <a:rPr lang="en-US" dirty="0"/>
              <a:t> la </a:t>
            </a:r>
            <a:r>
              <a:rPr lang="en-US" dirty="0" err="1"/>
              <a:t>compilazione</a:t>
            </a:r>
            <a:r>
              <a:rPr lang="en-US" dirty="0"/>
              <a:t> di un form.</a:t>
            </a:r>
            <a:br>
              <a:rPr lang="en-US" dirty="0"/>
            </a:br>
            <a:r>
              <a:rPr lang="en-US" dirty="0"/>
              <a:t>Se </a:t>
            </a:r>
            <a:r>
              <a:rPr lang="en-US" dirty="0" err="1"/>
              <a:t>l’utente</a:t>
            </a:r>
            <a:r>
              <a:rPr lang="en-US" dirty="0"/>
              <a:t> </a:t>
            </a:r>
            <a:r>
              <a:rPr lang="en-US" dirty="0" err="1"/>
              <a:t>vuole</a:t>
            </a:r>
            <a:r>
              <a:rPr lang="en-US" dirty="0"/>
              <a:t> </a:t>
            </a:r>
            <a:r>
              <a:rPr lang="en-US" dirty="0" err="1"/>
              <a:t>modificare</a:t>
            </a:r>
            <a:r>
              <a:rPr lang="en-US" dirty="0"/>
              <a:t> il Docker Compose dopo la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generazione</a:t>
            </a:r>
            <a:r>
              <a:rPr lang="en-US" dirty="0"/>
              <a:t>, può </a:t>
            </a:r>
            <a:r>
              <a:rPr lang="en-US" dirty="0" err="1"/>
              <a:t>farlo</a:t>
            </a:r>
            <a:r>
              <a:rPr lang="en-US" dirty="0"/>
              <a:t> </a:t>
            </a:r>
            <a:r>
              <a:rPr lang="en-US" dirty="0" err="1"/>
              <a:t>all’interno</a:t>
            </a:r>
            <a:r>
              <a:rPr lang="en-US" dirty="0"/>
              <a:t> di </a:t>
            </a:r>
            <a:r>
              <a:rPr lang="en-US" dirty="0" err="1"/>
              <a:t>un’apposita</a:t>
            </a:r>
            <a:r>
              <a:rPr lang="en-US" dirty="0"/>
              <a:t> </a:t>
            </a:r>
            <a:r>
              <a:rPr lang="en-US" dirty="0" err="1"/>
              <a:t>schermata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apre</a:t>
            </a:r>
            <a:r>
              <a:rPr lang="en-US" dirty="0"/>
              <a:t> dopo aver </a:t>
            </a:r>
            <a:r>
              <a:rPr lang="en-US" dirty="0" err="1"/>
              <a:t>premuto</a:t>
            </a:r>
            <a:r>
              <a:rPr lang="en-US" dirty="0"/>
              <a:t> il </a:t>
            </a:r>
            <a:r>
              <a:rPr lang="en-US" dirty="0" err="1"/>
              <a:t>pulsante</a:t>
            </a:r>
            <a:r>
              <a:rPr lang="en-US" dirty="0"/>
              <a:t> per la </a:t>
            </a:r>
            <a:r>
              <a:rPr lang="en-US" dirty="0" err="1"/>
              <a:t>generazione</a:t>
            </a:r>
            <a:r>
              <a:rPr lang="en-US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Struttura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/>
              <a:t>: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-IT" dirty="0" err="1"/>
              <a:t>Navbar</a:t>
            </a:r>
            <a:endParaRPr lang="en-15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-IT" dirty="0"/>
              <a:t>Form</a:t>
            </a:r>
            <a:endParaRPr lang="it-IT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-IT"/>
              <a:t>Preview DockerFile/Docker Compose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-IT"/>
              <a:t>Schermata modifiche Docker Compose</a:t>
            </a:r>
            <a:endParaRPr lang="en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Footer</a:t>
            </a:r>
          </a:p>
        </p:txBody>
      </p:sp>
      <p:grpSp>
        <p:nvGrpSpPr>
          <p:cNvPr id="810" name="Google Shape;810;p30">
            <a:extLst>
              <a:ext uri="{FF2B5EF4-FFF2-40B4-BE49-F238E27FC236}">
                <a16:creationId xmlns:a16="http://schemas.microsoft.com/office/drawing/2014/main" id="{1ACAF915-C510-888E-9277-0F16E8F0DB1B}"/>
              </a:ext>
            </a:extLst>
          </p:cNvPr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>
              <a:extLst>
                <a:ext uri="{FF2B5EF4-FFF2-40B4-BE49-F238E27FC236}">
                  <a16:creationId xmlns:a16="http://schemas.microsoft.com/office/drawing/2014/main" id="{2165A958-7767-1D15-EBB5-481621FF94E0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>
              <a:extLst>
                <a:ext uri="{FF2B5EF4-FFF2-40B4-BE49-F238E27FC236}">
                  <a16:creationId xmlns:a16="http://schemas.microsoft.com/office/drawing/2014/main" id="{550F00B0-2804-2012-E52B-F98302E2A647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>
              <a:extLst>
                <a:ext uri="{FF2B5EF4-FFF2-40B4-BE49-F238E27FC236}">
                  <a16:creationId xmlns:a16="http://schemas.microsoft.com/office/drawing/2014/main" id="{68D0819B-A6C1-C7FA-6386-FA42DF7C73E0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>
              <a:extLst>
                <a:ext uri="{FF2B5EF4-FFF2-40B4-BE49-F238E27FC236}">
                  <a16:creationId xmlns:a16="http://schemas.microsoft.com/office/drawing/2014/main" id="{DD713415-BB49-5608-04CD-0DF2D76EEA55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>
              <a:extLst>
                <a:ext uri="{FF2B5EF4-FFF2-40B4-BE49-F238E27FC236}">
                  <a16:creationId xmlns:a16="http://schemas.microsoft.com/office/drawing/2014/main" id="{0D820184-27E0-13A8-EFBC-15DB01353B31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>
              <a:extLst>
                <a:ext uri="{FF2B5EF4-FFF2-40B4-BE49-F238E27FC236}">
                  <a16:creationId xmlns:a16="http://schemas.microsoft.com/office/drawing/2014/main" id="{5EF830FA-8631-982E-E36C-F380BE6A611C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>
              <a:extLst>
                <a:ext uri="{FF2B5EF4-FFF2-40B4-BE49-F238E27FC236}">
                  <a16:creationId xmlns:a16="http://schemas.microsoft.com/office/drawing/2014/main" id="{0A1C3E3A-4E57-52EF-437C-609688D106A3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>
              <a:extLst>
                <a:ext uri="{FF2B5EF4-FFF2-40B4-BE49-F238E27FC236}">
                  <a16:creationId xmlns:a16="http://schemas.microsoft.com/office/drawing/2014/main" id="{781D7417-788E-6F71-20EF-1DF099A9FE10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>
              <a:extLst>
                <a:ext uri="{FF2B5EF4-FFF2-40B4-BE49-F238E27FC236}">
                  <a16:creationId xmlns:a16="http://schemas.microsoft.com/office/drawing/2014/main" id="{A9732AFB-40FE-DAA9-10D5-8D25B6694BE8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>
              <a:extLst>
                <a:ext uri="{FF2B5EF4-FFF2-40B4-BE49-F238E27FC236}">
                  <a16:creationId xmlns:a16="http://schemas.microsoft.com/office/drawing/2014/main" id="{D13D6FF7-FAC7-7832-F6ED-4745D904FA1B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>
              <a:extLst>
                <a:ext uri="{FF2B5EF4-FFF2-40B4-BE49-F238E27FC236}">
                  <a16:creationId xmlns:a16="http://schemas.microsoft.com/office/drawing/2014/main" id="{194021B0-0257-AE6D-D538-E10FCBE42237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>
              <a:extLst>
                <a:ext uri="{FF2B5EF4-FFF2-40B4-BE49-F238E27FC236}">
                  <a16:creationId xmlns:a16="http://schemas.microsoft.com/office/drawing/2014/main" id="{7EBB50AE-2516-90C4-4A8F-700FC5AEB4F8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>
              <a:extLst>
                <a:ext uri="{FF2B5EF4-FFF2-40B4-BE49-F238E27FC236}">
                  <a16:creationId xmlns:a16="http://schemas.microsoft.com/office/drawing/2014/main" id="{19F65364-B209-97B0-B587-47A5A9C02C65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>
              <a:extLst>
                <a:ext uri="{FF2B5EF4-FFF2-40B4-BE49-F238E27FC236}">
                  <a16:creationId xmlns:a16="http://schemas.microsoft.com/office/drawing/2014/main" id="{0CFCC9A3-BC39-555D-A7F4-766D75A11807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>
              <a:extLst>
                <a:ext uri="{FF2B5EF4-FFF2-40B4-BE49-F238E27FC236}">
                  <a16:creationId xmlns:a16="http://schemas.microsoft.com/office/drawing/2014/main" id="{1CF711ED-CE4D-B691-F057-0D6F50F56772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002DE2FD-6CA9-2753-08E8-8A2829167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883" y="1550395"/>
            <a:ext cx="4840117" cy="284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607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>
          <a:extLst>
            <a:ext uri="{FF2B5EF4-FFF2-40B4-BE49-F238E27FC236}">
              <a16:creationId xmlns:a16="http://schemas.microsoft.com/office/drawing/2014/main" id="{D5BC12A1-3C3B-8687-C453-55100978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0">
            <a:extLst>
              <a:ext uri="{FF2B5EF4-FFF2-40B4-BE49-F238E27FC236}">
                <a16:creationId xmlns:a16="http://schemas.microsoft.com/office/drawing/2014/main" id="{0DA25936-BEDE-926F-E004-F2056D60E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870535"/>
            <a:ext cx="6075357" cy="679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099CEC"/>
                </a:solidFill>
              </a:rPr>
              <a:t>Tema</a:t>
            </a:r>
            <a:r>
              <a:rPr lang="it-IT">
                <a:solidFill>
                  <a:schemeClr val="tx1"/>
                </a:solidFill>
              </a:rPr>
              <a:t> pagina</a:t>
            </a:r>
            <a:endParaRPr>
              <a:solidFill>
                <a:srgbClr val="099CEC"/>
              </a:solidFill>
            </a:endParaRPr>
          </a:p>
        </p:txBody>
      </p:sp>
      <p:sp>
        <p:nvSpPr>
          <p:cNvPr id="804" name="Google Shape;804;p30">
            <a:extLst>
              <a:ext uri="{FF2B5EF4-FFF2-40B4-BE49-F238E27FC236}">
                <a16:creationId xmlns:a16="http://schemas.microsoft.com/office/drawing/2014/main" id="{D7640E37-A573-DFED-E017-1BBC466DB1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644150"/>
            <a:ext cx="7334452" cy="1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dirty="0"/>
              <a:t>Ogni pagina è dotata di un pulsante posizionato all’interno della </a:t>
            </a:r>
            <a:r>
              <a:rPr lang="it-IT" dirty="0" err="1"/>
              <a:t>Navbar</a:t>
            </a:r>
            <a:r>
              <a:rPr lang="it-IT" dirty="0"/>
              <a:t> che permette all’utente di cambiarne il tema generale, passando da un tema chiaro a un tema scuro e viceversa.</a:t>
            </a:r>
            <a:endParaRPr lang="en-US" dirty="0"/>
          </a:p>
        </p:txBody>
      </p:sp>
      <p:grpSp>
        <p:nvGrpSpPr>
          <p:cNvPr id="810" name="Google Shape;810;p30">
            <a:extLst>
              <a:ext uri="{FF2B5EF4-FFF2-40B4-BE49-F238E27FC236}">
                <a16:creationId xmlns:a16="http://schemas.microsoft.com/office/drawing/2014/main" id="{BE492860-0CF6-4770-59D6-340BE803852E}"/>
              </a:ext>
            </a:extLst>
          </p:cNvPr>
          <p:cNvGrpSpPr/>
          <p:nvPr/>
        </p:nvGrpSpPr>
        <p:grpSpPr>
          <a:xfrm rot="10800000">
            <a:off x="8625196" y="135041"/>
            <a:ext cx="374394" cy="962866"/>
            <a:chOff x="-720900" y="1958300"/>
            <a:chExt cx="462900" cy="1190488"/>
          </a:xfrm>
        </p:grpSpPr>
        <p:sp>
          <p:nvSpPr>
            <p:cNvPr id="811" name="Google Shape;811;p30">
              <a:extLst>
                <a:ext uri="{FF2B5EF4-FFF2-40B4-BE49-F238E27FC236}">
                  <a16:creationId xmlns:a16="http://schemas.microsoft.com/office/drawing/2014/main" id="{469D4F2A-8E7F-461B-CC19-01557B3E8389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>
              <a:extLst>
                <a:ext uri="{FF2B5EF4-FFF2-40B4-BE49-F238E27FC236}">
                  <a16:creationId xmlns:a16="http://schemas.microsoft.com/office/drawing/2014/main" id="{3963F218-BF71-A3FA-2D1F-D8E3488FE1BA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>
              <a:extLst>
                <a:ext uri="{FF2B5EF4-FFF2-40B4-BE49-F238E27FC236}">
                  <a16:creationId xmlns:a16="http://schemas.microsoft.com/office/drawing/2014/main" id="{19F6608E-C4DF-E622-16C1-DA60F205A532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>
              <a:extLst>
                <a:ext uri="{FF2B5EF4-FFF2-40B4-BE49-F238E27FC236}">
                  <a16:creationId xmlns:a16="http://schemas.microsoft.com/office/drawing/2014/main" id="{4C65951B-9794-F14E-7685-732003EA96EA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>
              <a:extLst>
                <a:ext uri="{FF2B5EF4-FFF2-40B4-BE49-F238E27FC236}">
                  <a16:creationId xmlns:a16="http://schemas.microsoft.com/office/drawing/2014/main" id="{C8A2E6C8-5431-65AC-4EC6-4C2ACDF25349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>
              <a:extLst>
                <a:ext uri="{FF2B5EF4-FFF2-40B4-BE49-F238E27FC236}">
                  <a16:creationId xmlns:a16="http://schemas.microsoft.com/office/drawing/2014/main" id="{809D86B5-B31B-41A3-44E9-C31DD8743A9D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>
              <a:extLst>
                <a:ext uri="{FF2B5EF4-FFF2-40B4-BE49-F238E27FC236}">
                  <a16:creationId xmlns:a16="http://schemas.microsoft.com/office/drawing/2014/main" id="{2945C4B6-8BCF-6720-67D6-031FADA2DB11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>
              <a:extLst>
                <a:ext uri="{FF2B5EF4-FFF2-40B4-BE49-F238E27FC236}">
                  <a16:creationId xmlns:a16="http://schemas.microsoft.com/office/drawing/2014/main" id="{E9B183C9-AD91-63C8-9EA1-61BE62FCCA60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>
              <a:extLst>
                <a:ext uri="{FF2B5EF4-FFF2-40B4-BE49-F238E27FC236}">
                  <a16:creationId xmlns:a16="http://schemas.microsoft.com/office/drawing/2014/main" id="{234368E3-2EFB-A235-7EBE-A2B50C005012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>
              <a:extLst>
                <a:ext uri="{FF2B5EF4-FFF2-40B4-BE49-F238E27FC236}">
                  <a16:creationId xmlns:a16="http://schemas.microsoft.com/office/drawing/2014/main" id="{D00D67FE-F94B-E7E7-CD6E-4327935409DC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>
              <a:extLst>
                <a:ext uri="{FF2B5EF4-FFF2-40B4-BE49-F238E27FC236}">
                  <a16:creationId xmlns:a16="http://schemas.microsoft.com/office/drawing/2014/main" id="{62C0600C-E9EA-BCE7-9872-95EA19D6CC74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>
              <a:extLst>
                <a:ext uri="{FF2B5EF4-FFF2-40B4-BE49-F238E27FC236}">
                  <a16:creationId xmlns:a16="http://schemas.microsoft.com/office/drawing/2014/main" id="{D147FE0A-329A-24C9-063D-7190B48279F7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>
              <a:extLst>
                <a:ext uri="{FF2B5EF4-FFF2-40B4-BE49-F238E27FC236}">
                  <a16:creationId xmlns:a16="http://schemas.microsoft.com/office/drawing/2014/main" id="{FAAF46AA-B529-1075-D605-CF7767EFD85E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>
              <a:extLst>
                <a:ext uri="{FF2B5EF4-FFF2-40B4-BE49-F238E27FC236}">
                  <a16:creationId xmlns:a16="http://schemas.microsoft.com/office/drawing/2014/main" id="{7201D8EE-FF6A-C1E4-0E2D-A46E60973B24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>
              <a:extLst>
                <a:ext uri="{FF2B5EF4-FFF2-40B4-BE49-F238E27FC236}">
                  <a16:creationId xmlns:a16="http://schemas.microsoft.com/office/drawing/2014/main" id="{355B20E3-A7F6-0043-7951-858254BC1AEE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6FBAAD3C-1E37-4F4F-F7C5-54FC6DED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737" y="2090340"/>
            <a:ext cx="5023427" cy="230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372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AA644EFC-E1A0-50D8-7624-D9499874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1">
            <a:extLst>
              <a:ext uri="{FF2B5EF4-FFF2-40B4-BE49-F238E27FC236}">
                <a16:creationId xmlns:a16="http://schemas.microsoft.com/office/drawing/2014/main" id="{BE0B0D4B-6B03-AAF0-16F5-A7EDEBA2DC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8325" y="2380401"/>
            <a:ext cx="7181478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5400" b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Processo di Creazione Dockerfile</a:t>
            </a:r>
            <a:br>
              <a:rPr lang="en-US" sz="5400" b="1" u="sng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/>
          </a:p>
        </p:txBody>
      </p:sp>
      <p:sp>
        <p:nvSpPr>
          <p:cNvPr id="831" name="Google Shape;831;p31">
            <a:extLst>
              <a:ext uri="{FF2B5EF4-FFF2-40B4-BE49-F238E27FC236}">
                <a16:creationId xmlns:a16="http://schemas.microsoft.com/office/drawing/2014/main" id="{7B22BFD1-E2C6-B9E9-C2FF-D3D2B20BE75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8325" y="657900"/>
            <a:ext cx="2396400" cy="15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04</a:t>
            </a:r>
          </a:p>
        </p:txBody>
      </p:sp>
      <p:cxnSp>
        <p:nvCxnSpPr>
          <p:cNvPr id="878" name="Google Shape;878;p31">
            <a:extLst>
              <a:ext uri="{FF2B5EF4-FFF2-40B4-BE49-F238E27FC236}">
                <a16:creationId xmlns:a16="http://schemas.microsoft.com/office/drawing/2014/main" id="{6AB48897-F587-F3CB-1329-1D8BE1004964}"/>
              </a:ext>
            </a:extLst>
          </p:cNvPr>
          <p:cNvCxnSpPr>
            <a:cxnSpLocks/>
          </p:cNvCxnSpPr>
          <p:nvPr/>
        </p:nvCxnSpPr>
        <p:spPr>
          <a:xfrm>
            <a:off x="946617" y="2239500"/>
            <a:ext cx="173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34083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>
          <a:extLst>
            <a:ext uri="{FF2B5EF4-FFF2-40B4-BE49-F238E27FC236}">
              <a16:creationId xmlns:a16="http://schemas.microsoft.com/office/drawing/2014/main" id="{726B754D-88C3-AC76-BC7A-26033032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3">
            <a:extLst>
              <a:ext uri="{FF2B5EF4-FFF2-40B4-BE49-F238E27FC236}">
                <a16:creationId xmlns:a16="http://schemas.microsoft.com/office/drawing/2014/main" id="{BA99CA44-D9ED-1A93-E7DC-CBF943D09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DB1FF"/>
                </a:solidFill>
              </a:rPr>
              <a:t>Diagramma</a:t>
            </a:r>
            <a:r>
              <a:rPr lang="en">
                <a:solidFill>
                  <a:schemeClr val="tx1"/>
                </a:solidFill>
              </a:rPr>
              <a:t> di Attivit</a:t>
            </a:r>
            <a:r>
              <a:rPr lang="it-IT">
                <a:solidFill>
                  <a:schemeClr val="tx1"/>
                </a:solidFill>
              </a:rPr>
              <a:t>à</a:t>
            </a:r>
            <a:endParaRPr/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C75E6DC-1B03-7B47-B0D4-FD50660E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335"/>
            <a:ext cx="9144000" cy="464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26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>
          <a:extLst>
            <a:ext uri="{FF2B5EF4-FFF2-40B4-BE49-F238E27FC236}">
              <a16:creationId xmlns:a16="http://schemas.microsoft.com/office/drawing/2014/main" id="{51D381EC-97BD-967B-0C93-6B58D5A3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2">
            <a:extLst>
              <a:ext uri="{FF2B5EF4-FFF2-40B4-BE49-F238E27FC236}">
                <a16:creationId xmlns:a16="http://schemas.microsoft.com/office/drawing/2014/main" id="{C7152DC6-5E48-F50A-A8F3-51BE793077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Sequenza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tx1"/>
                </a:solidFill>
              </a:rPr>
              <a:t>Dockerfile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CD17AF70-31D3-8C84-363F-666EED366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939" y="825850"/>
            <a:ext cx="3904121" cy="47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09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>
          <a:extLst>
            <a:ext uri="{FF2B5EF4-FFF2-40B4-BE49-F238E27FC236}">
              <a16:creationId xmlns:a16="http://schemas.microsoft.com/office/drawing/2014/main" id="{FCF074AF-4CEF-9AE5-AFC7-09516002F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5">
            <a:extLst>
              <a:ext uri="{FF2B5EF4-FFF2-40B4-BE49-F238E27FC236}">
                <a16:creationId xmlns:a16="http://schemas.microsoft.com/office/drawing/2014/main" id="{D92C0ECB-FFBF-DD21-D573-A80AC87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Sequenza</a:t>
            </a:r>
            <a:r>
              <a:rPr lang="en">
                <a:solidFill>
                  <a:schemeClr val="tx1"/>
                </a:solidFill>
              </a:rPr>
              <a:t> Docker Compose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27" name="Picture 26" descr="A graph with blue rectangles and black text&#10;&#10;AI-generated content may be incorrect.">
            <a:extLst>
              <a:ext uri="{FF2B5EF4-FFF2-40B4-BE49-F238E27FC236}">
                <a16:creationId xmlns:a16="http://schemas.microsoft.com/office/drawing/2014/main" id="{825143EC-7EEC-A435-8182-268966002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406" y="1002197"/>
            <a:ext cx="5239187" cy="399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33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2EF08495-D1C6-4D7F-DE3F-C3C184BB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1">
            <a:extLst>
              <a:ext uri="{FF2B5EF4-FFF2-40B4-BE49-F238E27FC236}">
                <a16:creationId xmlns:a16="http://schemas.microsoft.com/office/drawing/2014/main" id="{CA4FED0A-946A-A904-297A-CE54516C0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8325" y="2380401"/>
            <a:ext cx="7181478" cy="15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 b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Architettura </a:t>
            </a:r>
            <a:br>
              <a:rPr lang="it-IT" sz="5400" b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it-IT" sz="5400" b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dei Componenti</a:t>
            </a:r>
          </a:p>
        </p:txBody>
      </p:sp>
      <p:sp>
        <p:nvSpPr>
          <p:cNvPr id="831" name="Google Shape;831;p31">
            <a:extLst>
              <a:ext uri="{FF2B5EF4-FFF2-40B4-BE49-F238E27FC236}">
                <a16:creationId xmlns:a16="http://schemas.microsoft.com/office/drawing/2014/main" id="{7EBB043D-AD35-D342-A50E-4FE6F289F1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8325" y="657900"/>
            <a:ext cx="2396400" cy="15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05</a:t>
            </a:r>
          </a:p>
        </p:txBody>
      </p:sp>
      <p:cxnSp>
        <p:nvCxnSpPr>
          <p:cNvPr id="878" name="Google Shape;878;p31">
            <a:extLst>
              <a:ext uri="{FF2B5EF4-FFF2-40B4-BE49-F238E27FC236}">
                <a16:creationId xmlns:a16="http://schemas.microsoft.com/office/drawing/2014/main" id="{B53C7926-7F4C-8066-65A4-C927B04373E1}"/>
              </a:ext>
            </a:extLst>
          </p:cNvPr>
          <p:cNvCxnSpPr>
            <a:cxnSpLocks/>
          </p:cNvCxnSpPr>
          <p:nvPr/>
        </p:nvCxnSpPr>
        <p:spPr>
          <a:xfrm>
            <a:off x="946617" y="2239500"/>
            <a:ext cx="173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21956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>
          <a:extLst>
            <a:ext uri="{FF2B5EF4-FFF2-40B4-BE49-F238E27FC236}">
              <a16:creationId xmlns:a16="http://schemas.microsoft.com/office/drawing/2014/main" id="{87FD77EF-B6F1-622D-65E0-4538E438C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2">
            <a:extLst>
              <a:ext uri="{FF2B5EF4-FFF2-40B4-BE49-F238E27FC236}">
                <a16:creationId xmlns:a16="http://schemas.microsoft.com/office/drawing/2014/main" id="{6FD535D4-27A1-4EDE-F4F6-C578601379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Aggiungi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tx1"/>
                </a:solidFill>
              </a:rPr>
              <a:t>Comando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1" name="Picture 10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FA2FC382-88B6-08DC-606C-EBA7FB2EC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55" y="1022822"/>
            <a:ext cx="6213219" cy="4440178"/>
          </a:xfrm>
          <a:prstGeom prst="rect">
            <a:avLst/>
          </a:prstGeom>
        </p:spPr>
      </p:pic>
      <p:sp>
        <p:nvSpPr>
          <p:cNvPr id="14" name="Google Shape;903;p32">
            <a:extLst>
              <a:ext uri="{FF2B5EF4-FFF2-40B4-BE49-F238E27FC236}">
                <a16:creationId xmlns:a16="http://schemas.microsoft.com/office/drawing/2014/main" id="{7AC563BE-541D-3AE9-00E4-54334212F4D0}"/>
              </a:ext>
            </a:extLst>
          </p:cNvPr>
          <p:cNvSpPr txBox="1">
            <a:spLocks/>
          </p:cNvSpPr>
          <p:nvPr/>
        </p:nvSpPr>
        <p:spPr>
          <a:xfrm>
            <a:off x="6093605" y="1944435"/>
            <a:ext cx="3050395" cy="23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/>
              <a:t>Nome del test: </a:t>
            </a:r>
            <a:r>
              <a:rPr lang="en-US"/>
              <a:t>Tasto </a:t>
            </a:r>
            <a:r>
              <a:rPr lang="en-US" err="1"/>
              <a:t>Aggiungi</a:t>
            </a:r>
            <a:endParaRPr lang="en-US"/>
          </a:p>
          <a:p>
            <a:pPr marL="0" indent="0"/>
            <a:endParaRPr lang="en-US" sz="200"/>
          </a:p>
          <a:p>
            <a:pPr marL="0" indent="0"/>
            <a:r>
              <a:rPr lang="it-IT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Obiettivo: </a:t>
            </a:r>
            <a:r>
              <a:rPr lang="it-IT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Verificare che al click sul tasto aggiungi venga inserita un nuovo campo di input per il comando. Verificare che venga imposta il limite corretto di campi inseribili.</a:t>
            </a:r>
          </a:p>
          <a:p>
            <a:pPr marL="0" indent="0"/>
            <a:endParaRPr lang="it-IT" sz="2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/>
            <a:r>
              <a:rPr lang="en-US" b="1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Metodo</a:t>
            </a:r>
            <a:r>
              <a:rPr lang="en-US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manuale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con click sui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tasti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corrispondenti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per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controllare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l’inserimento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corretto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e i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vincoli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endParaRPr lang="en-US" sz="2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6A3BE8-1F2D-EAB9-348C-1CFFCF6972E1}"/>
              </a:ext>
            </a:extLst>
          </p:cNvPr>
          <p:cNvGrpSpPr/>
          <p:nvPr/>
        </p:nvGrpSpPr>
        <p:grpSpPr>
          <a:xfrm>
            <a:off x="6076042" y="1447035"/>
            <a:ext cx="2747100" cy="497400"/>
            <a:chOff x="6202445" y="1429601"/>
            <a:chExt cx="2747100" cy="497400"/>
          </a:xfrm>
        </p:grpSpPr>
        <p:sp>
          <p:nvSpPr>
            <p:cNvPr id="15" name="Google Shape;904;p32">
              <a:extLst>
                <a:ext uri="{FF2B5EF4-FFF2-40B4-BE49-F238E27FC236}">
                  <a16:creationId xmlns:a16="http://schemas.microsoft.com/office/drawing/2014/main" id="{B75716BC-AE40-339D-5AFE-C0D45F2FCE39}"/>
                </a:ext>
              </a:extLst>
            </p:cNvPr>
            <p:cNvSpPr txBox="1">
              <a:spLocks/>
            </p:cNvSpPr>
            <p:nvPr/>
          </p:nvSpPr>
          <p:spPr>
            <a:xfrm>
              <a:off x="6202445" y="1429601"/>
              <a:ext cx="27471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/>
                <a:t>Testing</a:t>
              </a:r>
            </a:p>
          </p:txBody>
        </p:sp>
        <p:cxnSp>
          <p:nvCxnSpPr>
            <p:cNvPr id="16" name="Google Shape;1065;p37">
              <a:extLst>
                <a:ext uri="{FF2B5EF4-FFF2-40B4-BE49-F238E27FC236}">
                  <a16:creationId xmlns:a16="http://schemas.microsoft.com/office/drawing/2014/main" id="{E548354E-587B-9914-2660-A3C07B5F4A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5805" y="1849183"/>
              <a:ext cx="107242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94449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>
          <a:extLst>
            <a:ext uri="{FF2B5EF4-FFF2-40B4-BE49-F238E27FC236}">
              <a16:creationId xmlns:a16="http://schemas.microsoft.com/office/drawing/2014/main" id="{4F5B03F2-3718-D2E1-F248-1F3CDC55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3">
            <a:extLst>
              <a:ext uri="{FF2B5EF4-FFF2-40B4-BE49-F238E27FC236}">
                <a16:creationId xmlns:a16="http://schemas.microsoft.com/office/drawing/2014/main" id="{57522F62-5339-1098-C9D1-343D75241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9CEC"/>
                </a:solidFill>
              </a:rPr>
              <a:t>Rimuovi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tx1"/>
                </a:solidFill>
              </a:rPr>
              <a:t>Comando</a:t>
            </a:r>
            <a:endParaRPr/>
          </a:p>
        </p:txBody>
      </p:sp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0352584-AF3C-6553-FD55-D7F31D06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688" y="1195063"/>
            <a:ext cx="6572338" cy="3408937"/>
          </a:xfrm>
          <a:prstGeom prst="rect">
            <a:avLst/>
          </a:prstGeom>
        </p:spPr>
      </p:pic>
      <p:sp>
        <p:nvSpPr>
          <p:cNvPr id="29" name="Google Shape;903;p32">
            <a:extLst>
              <a:ext uri="{FF2B5EF4-FFF2-40B4-BE49-F238E27FC236}">
                <a16:creationId xmlns:a16="http://schemas.microsoft.com/office/drawing/2014/main" id="{C00B70C0-D33D-58D6-8A71-74BD2826A73C}"/>
              </a:ext>
            </a:extLst>
          </p:cNvPr>
          <p:cNvSpPr txBox="1">
            <a:spLocks/>
          </p:cNvSpPr>
          <p:nvPr/>
        </p:nvSpPr>
        <p:spPr>
          <a:xfrm>
            <a:off x="6093605" y="1944435"/>
            <a:ext cx="3050395" cy="23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>
                <a:latin typeface="DM Sans" pitchFamily="2" charset="0"/>
              </a:rPr>
              <a:t>Nome del test: </a:t>
            </a:r>
            <a:r>
              <a:rPr lang="en-US">
                <a:latin typeface="DM Sans" pitchFamily="2" charset="0"/>
              </a:rPr>
              <a:t>Tasto </a:t>
            </a:r>
            <a:r>
              <a:rPr lang="en-US" err="1">
                <a:latin typeface="DM Sans" pitchFamily="2" charset="0"/>
              </a:rPr>
              <a:t>Rimuovi</a:t>
            </a:r>
            <a:endParaRPr lang="en-US">
              <a:latin typeface="DM Sans" pitchFamily="2" charset="0"/>
            </a:endParaRPr>
          </a:p>
          <a:p>
            <a:pPr marL="0" indent="0"/>
            <a:endParaRPr lang="en-US" sz="100">
              <a:latin typeface="DM Sans" pitchFamily="2" charset="0"/>
            </a:endParaRPr>
          </a:p>
          <a:p>
            <a:pPr marL="0" indent="0"/>
            <a:r>
              <a:rPr lang="it-IT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Obiettivo: 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Verificare che al click sul tasto rimuovi venga rimossa il campo di input aggiunto dall’utente. Alla rimozione del campo devono anche essere aggiornate le preview.</a:t>
            </a:r>
          </a:p>
          <a:p>
            <a:pPr marL="0" indent="0"/>
            <a:endParaRPr lang="it-IT" sz="1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/>
            <a:r>
              <a:rPr lang="en-US" b="1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Metodo</a:t>
            </a:r>
            <a:r>
              <a:rPr lang="en-US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manuale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con click sui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tasti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corrispondenti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per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controllare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la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rimozione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corretta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endParaRPr lang="en-US" sz="2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21F6DA-3C38-E48C-8F0C-2FE6BC07282B}"/>
              </a:ext>
            </a:extLst>
          </p:cNvPr>
          <p:cNvGrpSpPr/>
          <p:nvPr/>
        </p:nvGrpSpPr>
        <p:grpSpPr>
          <a:xfrm>
            <a:off x="6076042" y="1447035"/>
            <a:ext cx="2747100" cy="497400"/>
            <a:chOff x="6202445" y="1429601"/>
            <a:chExt cx="2747100" cy="497400"/>
          </a:xfrm>
        </p:grpSpPr>
        <p:sp>
          <p:nvSpPr>
            <p:cNvPr id="31" name="Google Shape;904;p32">
              <a:extLst>
                <a:ext uri="{FF2B5EF4-FFF2-40B4-BE49-F238E27FC236}">
                  <a16:creationId xmlns:a16="http://schemas.microsoft.com/office/drawing/2014/main" id="{61C4AE71-3E3D-C1C4-B538-626027DB8DF7}"/>
                </a:ext>
              </a:extLst>
            </p:cNvPr>
            <p:cNvSpPr txBox="1">
              <a:spLocks/>
            </p:cNvSpPr>
            <p:nvPr/>
          </p:nvSpPr>
          <p:spPr>
            <a:xfrm>
              <a:off x="6202445" y="1429601"/>
              <a:ext cx="27471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/>
                <a:t>Testing</a:t>
              </a:r>
            </a:p>
          </p:txBody>
        </p:sp>
        <p:cxnSp>
          <p:nvCxnSpPr>
            <p:cNvPr id="32" name="Google Shape;1065;p37">
              <a:extLst>
                <a:ext uri="{FF2B5EF4-FFF2-40B4-BE49-F238E27FC236}">
                  <a16:creationId xmlns:a16="http://schemas.microsoft.com/office/drawing/2014/main" id="{894ABE71-CFF8-1BF4-C3D3-0EFDC07283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5805" y="1849183"/>
              <a:ext cx="107242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808166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2E3D41D0-3D9E-63F7-D778-70770CA3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4">
            <a:extLst>
              <a:ext uri="{FF2B5EF4-FFF2-40B4-BE49-F238E27FC236}">
                <a16:creationId xmlns:a16="http://schemas.microsoft.com/office/drawing/2014/main" id="{0E71C7A3-F4AB-40B3-C43C-15983CF62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solidFill>
                  <a:schemeClr val="tx1"/>
                </a:solidFill>
              </a:rPr>
              <a:t>Inserisci</a:t>
            </a:r>
            <a:r>
              <a:rPr lang="en-US">
                <a:solidFill>
                  <a:srgbClr val="099CEC"/>
                </a:solidFill>
              </a:rPr>
              <a:t> Preset</a:t>
            </a: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B9AA50-EEEB-11EA-2C7C-3E950707B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12" y="889350"/>
            <a:ext cx="5528711" cy="3665387"/>
          </a:xfrm>
          <a:prstGeom prst="rect">
            <a:avLst/>
          </a:prstGeom>
        </p:spPr>
      </p:pic>
      <p:sp>
        <p:nvSpPr>
          <p:cNvPr id="27" name="Google Shape;903;p32">
            <a:extLst>
              <a:ext uri="{FF2B5EF4-FFF2-40B4-BE49-F238E27FC236}">
                <a16:creationId xmlns:a16="http://schemas.microsoft.com/office/drawing/2014/main" id="{2B1617E9-AE2E-9C5C-532E-D55037140363}"/>
              </a:ext>
            </a:extLst>
          </p:cNvPr>
          <p:cNvSpPr txBox="1">
            <a:spLocks/>
          </p:cNvSpPr>
          <p:nvPr/>
        </p:nvSpPr>
        <p:spPr>
          <a:xfrm>
            <a:off x="6093605" y="1944435"/>
            <a:ext cx="2930709" cy="23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>
                <a:latin typeface="DM Sans" pitchFamily="2" charset="0"/>
              </a:rPr>
              <a:t>Nome del test: </a:t>
            </a:r>
            <a:r>
              <a:rPr lang="en-US">
                <a:latin typeface="DM Sans" pitchFamily="2" charset="0"/>
              </a:rPr>
              <a:t>Tasto Preset</a:t>
            </a:r>
          </a:p>
          <a:p>
            <a:pPr marL="0" indent="0"/>
            <a:endParaRPr lang="en-US" sz="100">
              <a:latin typeface="DM Sans" pitchFamily="2" charset="0"/>
            </a:endParaRPr>
          </a:p>
          <a:p>
            <a:pPr marL="0" indent="0"/>
            <a:r>
              <a:rPr lang="it-IT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Obiettivo: 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Verificare che al click su un determinato </a:t>
            </a:r>
            <a:r>
              <a:rPr lang="it-IT" err="1">
                <a:effectLst/>
                <a:latin typeface="DM Sans" pitchFamily="2" charset="0"/>
                <a:ea typeface="Yu Mincho" panose="02020400000000000000" pitchFamily="18" charset="-128"/>
              </a:rPr>
              <a:t>preset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 vengano aggiornati i campi di input del </a:t>
            </a:r>
            <a:r>
              <a:rPr lang="it-IT" err="1">
                <a:effectLst/>
                <a:latin typeface="DM Sans" pitchFamily="2" charset="0"/>
                <a:ea typeface="Yu Mincho" panose="02020400000000000000" pitchFamily="18" charset="-128"/>
              </a:rPr>
              <a:t>form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 in modo corretto.</a:t>
            </a:r>
          </a:p>
          <a:p>
            <a:pPr marL="0" indent="0"/>
            <a:endParaRPr lang="it-IT" sz="1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/>
            <a:r>
              <a:rPr lang="en-US" b="1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Metodo</a:t>
            </a:r>
            <a:r>
              <a:rPr lang="en-US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manuale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con click sui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tasti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corrispondenti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per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controllare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l’inserimento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corretto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tramite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i="1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Network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per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controllare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se la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richiesta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AJAX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sia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andata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a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buon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fine.</a:t>
            </a:r>
          </a:p>
          <a:p>
            <a:pPr marL="0" indent="0"/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Stampe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sulla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console per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controllare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dati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ricevuti</a:t>
            </a:r>
            <a:r>
              <a:rPr lang="en-US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endParaRPr lang="en-US" sz="2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4EF56BD-0573-D038-5F78-9DACE1594C14}"/>
              </a:ext>
            </a:extLst>
          </p:cNvPr>
          <p:cNvGrpSpPr/>
          <p:nvPr/>
        </p:nvGrpSpPr>
        <p:grpSpPr>
          <a:xfrm>
            <a:off x="6076042" y="1447035"/>
            <a:ext cx="2747100" cy="497400"/>
            <a:chOff x="6202445" y="1429601"/>
            <a:chExt cx="2747100" cy="497400"/>
          </a:xfrm>
        </p:grpSpPr>
        <p:sp>
          <p:nvSpPr>
            <p:cNvPr id="29" name="Google Shape;904;p32">
              <a:extLst>
                <a:ext uri="{FF2B5EF4-FFF2-40B4-BE49-F238E27FC236}">
                  <a16:creationId xmlns:a16="http://schemas.microsoft.com/office/drawing/2014/main" id="{DD64B4FF-FD12-458B-0441-BB59A83DB21D}"/>
                </a:ext>
              </a:extLst>
            </p:cNvPr>
            <p:cNvSpPr txBox="1">
              <a:spLocks/>
            </p:cNvSpPr>
            <p:nvPr/>
          </p:nvSpPr>
          <p:spPr>
            <a:xfrm>
              <a:off x="6202445" y="1429601"/>
              <a:ext cx="27471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/>
                <a:t>Testing</a:t>
              </a:r>
            </a:p>
          </p:txBody>
        </p:sp>
        <p:cxnSp>
          <p:nvCxnSpPr>
            <p:cNvPr id="30" name="Google Shape;1065;p37">
              <a:extLst>
                <a:ext uri="{FF2B5EF4-FFF2-40B4-BE49-F238E27FC236}">
                  <a16:creationId xmlns:a16="http://schemas.microsoft.com/office/drawing/2014/main" id="{ABD63F20-6B95-F934-9EEE-8185DC855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5805" y="1849183"/>
              <a:ext cx="107242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17468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>
          <a:extLst>
            <a:ext uri="{FF2B5EF4-FFF2-40B4-BE49-F238E27FC236}">
              <a16:creationId xmlns:a16="http://schemas.microsoft.com/office/drawing/2014/main" id="{4798863B-C1E2-DB6B-BABA-0B65F1ED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36">
            <a:extLst>
              <a:ext uri="{FF2B5EF4-FFF2-40B4-BE49-F238E27FC236}">
                <a16:creationId xmlns:a16="http://schemas.microsoft.com/office/drawing/2014/main" id="{702AC4D1-4EC7-7F1B-C206-044A5F95E1C7}"/>
              </a:ext>
            </a:extLst>
          </p:cNvPr>
          <p:cNvGrpSpPr/>
          <p:nvPr/>
        </p:nvGrpSpPr>
        <p:grpSpPr>
          <a:xfrm rot="5400000">
            <a:off x="8322971" y="-141834"/>
            <a:ext cx="374394" cy="962866"/>
            <a:chOff x="-720900" y="1958300"/>
            <a:chExt cx="462900" cy="1190488"/>
          </a:xfrm>
        </p:grpSpPr>
        <p:sp>
          <p:nvSpPr>
            <p:cNvPr id="981" name="Google Shape;981;p36">
              <a:extLst>
                <a:ext uri="{FF2B5EF4-FFF2-40B4-BE49-F238E27FC236}">
                  <a16:creationId xmlns:a16="http://schemas.microsoft.com/office/drawing/2014/main" id="{D1A654B9-E302-C6B6-9B29-E788FC38DAF4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6">
              <a:extLst>
                <a:ext uri="{FF2B5EF4-FFF2-40B4-BE49-F238E27FC236}">
                  <a16:creationId xmlns:a16="http://schemas.microsoft.com/office/drawing/2014/main" id="{6E177B4F-E86C-F435-FB2D-9DAB4DC21786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6">
              <a:extLst>
                <a:ext uri="{FF2B5EF4-FFF2-40B4-BE49-F238E27FC236}">
                  <a16:creationId xmlns:a16="http://schemas.microsoft.com/office/drawing/2014/main" id="{9A0CC0AD-45A6-90E5-365B-5510D9C4C342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6">
              <a:extLst>
                <a:ext uri="{FF2B5EF4-FFF2-40B4-BE49-F238E27FC236}">
                  <a16:creationId xmlns:a16="http://schemas.microsoft.com/office/drawing/2014/main" id="{02CA1AC5-4BF7-EBC4-27C5-872542D310FA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6">
              <a:extLst>
                <a:ext uri="{FF2B5EF4-FFF2-40B4-BE49-F238E27FC236}">
                  <a16:creationId xmlns:a16="http://schemas.microsoft.com/office/drawing/2014/main" id="{A20F8C33-16E7-AC69-D400-5DB4BEE6F1BD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6">
              <a:extLst>
                <a:ext uri="{FF2B5EF4-FFF2-40B4-BE49-F238E27FC236}">
                  <a16:creationId xmlns:a16="http://schemas.microsoft.com/office/drawing/2014/main" id="{8BDBA44C-87D9-E966-229F-7804AA68FE87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6">
              <a:extLst>
                <a:ext uri="{FF2B5EF4-FFF2-40B4-BE49-F238E27FC236}">
                  <a16:creationId xmlns:a16="http://schemas.microsoft.com/office/drawing/2014/main" id="{26C9B090-0299-2791-CFD0-3EAE1B495C67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6">
              <a:extLst>
                <a:ext uri="{FF2B5EF4-FFF2-40B4-BE49-F238E27FC236}">
                  <a16:creationId xmlns:a16="http://schemas.microsoft.com/office/drawing/2014/main" id="{A404A844-3FBA-827C-9AFA-5DD8C65DC661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6">
              <a:extLst>
                <a:ext uri="{FF2B5EF4-FFF2-40B4-BE49-F238E27FC236}">
                  <a16:creationId xmlns:a16="http://schemas.microsoft.com/office/drawing/2014/main" id="{ADA53C50-4B8A-D5CE-82B3-46462CEA2400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>
              <a:extLst>
                <a:ext uri="{FF2B5EF4-FFF2-40B4-BE49-F238E27FC236}">
                  <a16:creationId xmlns:a16="http://schemas.microsoft.com/office/drawing/2014/main" id="{AD941AF2-D0E8-22F9-1490-AEABAB4B0CF3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>
              <a:extLst>
                <a:ext uri="{FF2B5EF4-FFF2-40B4-BE49-F238E27FC236}">
                  <a16:creationId xmlns:a16="http://schemas.microsoft.com/office/drawing/2014/main" id="{7371BEFB-A389-6C0A-8396-7EBE4D0CA92E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>
              <a:extLst>
                <a:ext uri="{FF2B5EF4-FFF2-40B4-BE49-F238E27FC236}">
                  <a16:creationId xmlns:a16="http://schemas.microsoft.com/office/drawing/2014/main" id="{61E6455D-BC9E-2C18-B0F7-0C793B826128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>
              <a:extLst>
                <a:ext uri="{FF2B5EF4-FFF2-40B4-BE49-F238E27FC236}">
                  <a16:creationId xmlns:a16="http://schemas.microsoft.com/office/drawing/2014/main" id="{4DE2F4CE-3DA0-EF79-89FB-9774A993322C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6">
              <a:extLst>
                <a:ext uri="{FF2B5EF4-FFF2-40B4-BE49-F238E27FC236}">
                  <a16:creationId xmlns:a16="http://schemas.microsoft.com/office/drawing/2014/main" id="{7E2BDED4-8099-B6C8-54B5-7D7AF59FE49C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6">
              <a:extLst>
                <a:ext uri="{FF2B5EF4-FFF2-40B4-BE49-F238E27FC236}">
                  <a16:creationId xmlns:a16="http://schemas.microsoft.com/office/drawing/2014/main" id="{91E4FC95-1A42-CDE5-9323-7D45D6CFBCFF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960;p35">
            <a:extLst>
              <a:ext uri="{FF2B5EF4-FFF2-40B4-BE49-F238E27FC236}">
                <a16:creationId xmlns:a16="http://schemas.microsoft.com/office/drawing/2014/main" id="{E4E85578-DDC8-22EA-8465-28150B4DA0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tx1"/>
                </a:solidFill>
              </a:rPr>
              <a:t>Form</a:t>
            </a:r>
            <a:r>
              <a:rPr lang="en" sz="3500">
                <a:solidFill>
                  <a:srgbClr val="099CEC"/>
                </a:solidFill>
              </a:rPr>
              <a:t> submit</a:t>
            </a:r>
            <a:endParaRPr sz="3500">
              <a:solidFill>
                <a:srgbClr val="099CEC"/>
              </a:solidFill>
            </a:endParaRPr>
          </a:p>
        </p:txBody>
      </p:sp>
      <p:pic>
        <p:nvPicPr>
          <p:cNvPr id="12" name="Picture 11" descr="A diagram of a computer&#10;&#10;AI-generated content may be incorrect.">
            <a:extLst>
              <a:ext uri="{FF2B5EF4-FFF2-40B4-BE49-F238E27FC236}">
                <a16:creationId xmlns:a16="http://schemas.microsoft.com/office/drawing/2014/main" id="{DAE7444D-CB37-1FDF-466C-14BDF40F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1" y="982969"/>
            <a:ext cx="5001380" cy="4160531"/>
          </a:xfrm>
          <a:prstGeom prst="rect">
            <a:avLst/>
          </a:prstGeom>
        </p:spPr>
      </p:pic>
      <p:sp>
        <p:nvSpPr>
          <p:cNvPr id="17" name="Google Shape;903;p32">
            <a:extLst>
              <a:ext uri="{FF2B5EF4-FFF2-40B4-BE49-F238E27FC236}">
                <a16:creationId xmlns:a16="http://schemas.microsoft.com/office/drawing/2014/main" id="{D39D983F-E582-74B3-D2DF-EB64CEE09495}"/>
              </a:ext>
            </a:extLst>
          </p:cNvPr>
          <p:cNvSpPr txBox="1">
            <a:spLocks/>
          </p:cNvSpPr>
          <p:nvPr/>
        </p:nvSpPr>
        <p:spPr>
          <a:xfrm>
            <a:off x="6093606" y="1944435"/>
            <a:ext cx="2943674" cy="23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>
                <a:latin typeface="DM Sans" pitchFamily="2" charset="0"/>
              </a:rPr>
              <a:t>Nome del test: 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Generazione e Download DockerFile</a:t>
            </a:r>
          </a:p>
          <a:p>
            <a:pPr marL="0" indent="0"/>
            <a:endParaRPr lang="en-US" sz="100">
              <a:latin typeface="DM Sans" pitchFamily="2" charset="0"/>
            </a:endParaRPr>
          </a:p>
          <a:p>
            <a:pPr marL="0" indent="0"/>
            <a:r>
              <a:rPr lang="it-IT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Obiettivo: 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Verificare che al click sul tasto submit venga generato correttamente il DockerFile corrispondente e che venga avviato il download del file.</a:t>
            </a:r>
          </a:p>
          <a:p>
            <a:pPr marL="0" indent="0"/>
            <a:endParaRPr lang="it-IT" sz="1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/>
            <a:r>
              <a:rPr lang="en-US" b="1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Metodo</a:t>
            </a:r>
            <a:r>
              <a:rPr lang="en-US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tramite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i="1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Network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per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controllare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se la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richiesta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AJAX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sia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andata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a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buon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fine.</a:t>
            </a:r>
          </a:p>
          <a:p>
            <a:pPr marL="0" indent="0"/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che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il download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venga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avviato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del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contenuto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del file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ricevuto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endParaRPr lang="en-US" sz="2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968B9E-6F67-374E-BD96-2AD3B64AD84B}"/>
              </a:ext>
            </a:extLst>
          </p:cNvPr>
          <p:cNvGrpSpPr/>
          <p:nvPr/>
        </p:nvGrpSpPr>
        <p:grpSpPr>
          <a:xfrm>
            <a:off x="6076042" y="1447035"/>
            <a:ext cx="2747100" cy="497400"/>
            <a:chOff x="6202445" y="1429601"/>
            <a:chExt cx="2747100" cy="497400"/>
          </a:xfrm>
        </p:grpSpPr>
        <p:sp>
          <p:nvSpPr>
            <p:cNvPr id="19" name="Google Shape;904;p32">
              <a:extLst>
                <a:ext uri="{FF2B5EF4-FFF2-40B4-BE49-F238E27FC236}">
                  <a16:creationId xmlns:a16="http://schemas.microsoft.com/office/drawing/2014/main" id="{DB7C8C81-FC38-AA56-CCC6-3F0155EEECC8}"/>
                </a:ext>
              </a:extLst>
            </p:cNvPr>
            <p:cNvSpPr txBox="1">
              <a:spLocks/>
            </p:cNvSpPr>
            <p:nvPr/>
          </p:nvSpPr>
          <p:spPr>
            <a:xfrm>
              <a:off x="6202445" y="1429601"/>
              <a:ext cx="27471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/>
                <a:t>Testing</a:t>
              </a:r>
            </a:p>
          </p:txBody>
        </p:sp>
        <p:cxnSp>
          <p:nvCxnSpPr>
            <p:cNvPr id="20" name="Google Shape;1065;p37">
              <a:extLst>
                <a:ext uri="{FF2B5EF4-FFF2-40B4-BE49-F238E27FC236}">
                  <a16:creationId xmlns:a16="http://schemas.microsoft.com/office/drawing/2014/main" id="{CB4237C9-2B91-AF69-65A4-0F75F07173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5805" y="1849183"/>
              <a:ext cx="107242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263265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>
          <a:extLst>
            <a:ext uri="{FF2B5EF4-FFF2-40B4-BE49-F238E27FC236}">
              <a16:creationId xmlns:a16="http://schemas.microsoft.com/office/drawing/2014/main" id="{AE1C7255-44BE-79F9-A682-F883EB07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36">
            <a:extLst>
              <a:ext uri="{FF2B5EF4-FFF2-40B4-BE49-F238E27FC236}">
                <a16:creationId xmlns:a16="http://schemas.microsoft.com/office/drawing/2014/main" id="{3390E186-D890-B9EB-7743-4BBEB87B92DF}"/>
              </a:ext>
            </a:extLst>
          </p:cNvPr>
          <p:cNvGrpSpPr/>
          <p:nvPr/>
        </p:nvGrpSpPr>
        <p:grpSpPr>
          <a:xfrm rot="5400000">
            <a:off x="8322971" y="-141834"/>
            <a:ext cx="374394" cy="962866"/>
            <a:chOff x="-720900" y="1958300"/>
            <a:chExt cx="462900" cy="1190488"/>
          </a:xfrm>
        </p:grpSpPr>
        <p:sp>
          <p:nvSpPr>
            <p:cNvPr id="981" name="Google Shape;981;p36">
              <a:extLst>
                <a:ext uri="{FF2B5EF4-FFF2-40B4-BE49-F238E27FC236}">
                  <a16:creationId xmlns:a16="http://schemas.microsoft.com/office/drawing/2014/main" id="{29461A97-0062-470B-9D63-6FBD1B43F943}"/>
                </a:ext>
              </a:extLst>
            </p:cNvPr>
            <p:cNvSpPr/>
            <p:nvPr/>
          </p:nvSpPr>
          <p:spPr>
            <a:xfrm>
              <a:off x="-3240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6">
              <a:extLst>
                <a:ext uri="{FF2B5EF4-FFF2-40B4-BE49-F238E27FC236}">
                  <a16:creationId xmlns:a16="http://schemas.microsoft.com/office/drawing/2014/main" id="{92A6C253-E2C5-FA64-DA7D-8BB042EDD7DB}"/>
                </a:ext>
              </a:extLst>
            </p:cNvPr>
            <p:cNvSpPr/>
            <p:nvPr/>
          </p:nvSpPr>
          <p:spPr>
            <a:xfrm>
              <a:off x="-3240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6">
              <a:extLst>
                <a:ext uri="{FF2B5EF4-FFF2-40B4-BE49-F238E27FC236}">
                  <a16:creationId xmlns:a16="http://schemas.microsoft.com/office/drawing/2014/main" id="{C4C88426-C667-EC2E-7A4A-14A603522423}"/>
                </a:ext>
              </a:extLst>
            </p:cNvPr>
            <p:cNvSpPr/>
            <p:nvPr/>
          </p:nvSpPr>
          <p:spPr>
            <a:xfrm>
              <a:off x="-3240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6">
              <a:extLst>
                <a:ext uri="{FF2B5EF4-FFF2-40B4-BE49-F238E27FC236}">
                  <a16:creationId xmlns:a16="http://schemas.microsoft.com/office/drawing/2014/main" id="{9E420A59-3D66-5AA5-8750-BC228C616AA2}"/>
                </a:ext>
              </a:extLst>
            </p:cNvPr>
            <p:cNvSpPr/>
            <p:nvPr/>
          </p:nvSpPr>
          <p:spPr>
            <a:xfrm>
              <a:off x="-3240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6">
              <a:extLst>
                <a:ext uri="{FF2B5EF4-FFF2-40B4-BE49-F238E27FC236}">
                  <a16:creationId xmlns:a16="http://schemas.microsoft.com/office/drawing/2014/main" id="{F3FB6419-9C7E-1947-9DE5-10C447B37D84}"/>
                </a:ext>
              </a:extLst>
            </p:cNvPr>
            <p:cNvSpPr/>
            <p:nvPr/>
          </p:nvSpPr>
          <p:spPr>
            <a:xfrm>
              <a:off x="-52245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6">
              <a:extLst>
                <a:ext uri="{FF2B5EF4-FFF2-40B4-BE49-F238E27FC236}">
                  <a16:creationId xmlns:a16="http://schemas.microsoft.com/office/drawing/2014/main" id="{45D7AEBB-821E-0E34-7724-1BDC69DFB8F5}"/>
                </a:ext>
              </a:extLst>
            </p:cNvPr>
            <p:cNvSpPr/>
            <p:nvPr/>
          </p:nvSpPr>
          <p:spPr>
            <a:xfrm>
              <a:off x="-52245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6">
              <a:extLst>
                <a:ext uri="{FF2B5EF4-FFF2-40B4-BE49-F238E27FC236}">
                  <a16:creationId xmlns:a16="http://schemas.microsoft.com/office/drawing/2014/main" id="{A4F42585-6744-2376-EF8E-0AEB674C0AF6}"/>
                </a:ext>
              </a:extLst>
            </p:cNvPr>
            <p:cNvSpPr/>
            <p:nvPr/>
          </p:nvSpPr>
          <p:spPr>
            <a:xfrm>
              <a:off x="-52245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6">
              <a:extLst>
                <a:ext uri="{FF2B5EF4-FFF2-40B4-BE49-F238E27FC236}">
                  <a16:creationId xmlns:a16="http://schemas.microsoft.com/office/drawing/2014/main" id="{BB64C1E0-ACC2-3CC6-E003-AE76F739F88E}"/>
                </a:ext>
              </a:extLst>
            </p:cNvPr>
            <p:cNvSpPr/>
            <p:nvPr/>
          </p:nvSpPr>
          <p:spPr>
            <a:xfrm>
              <a:off x="-52245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6">
              <a:extLst>
                <a:ext uri="{FF2B5EF4-FFF2-40B4-BE49-F238E27FC236}">
                  <a16:creationId xmlns:a16="http://schemas.microsoft.com/office/drawing/2014/main" id="{B7735089-1F03-7EA3-2907-3888D14B3AC8}"/>
                </a:ext>
              </a:extLst>
            </p:cNvPr>
            <p:cNvSpPr/>
            <p:nvPr/>
          </p:nvSpPr>
          <p:spPr>
            <a:xfrm>
              <a:off x="-720900" y="280167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>
              <a:extLst>
                <a:ext uri="{FF2B5EF4-FFF2-40B4-BE49-F238E27FC236}">
                  <a16:creationId xmlns:a16="http://schemas.microsoft.com/office/drawing/2014/main" id="{4D4DF563-819C-23BD-399C-9D481A314612}"/>
                </a:ext>
              </a:extLst>
            </p:cNvPr>
            <p:cNvSpPr/>
            <p:nvPr/>
          </p:nvSpPr>
          <p:spPr>
            <a:xfrm>
              <a:off x="-720900" y="308278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>
              <a:extLst>
                <a:ext uri="{FF2B5EF4-FFF2-40B4-BE49-F238E27FC236}">
                  <a16:creationId xmlns:a16="http://schemas.microsoft.com/office/drawing/2014/main" id="{72CB0BE7-FC5E-F396-DD27-FB9512617947}"/>
                </a:ext>
              </a:extLst>
            </p:cNvPr>
            <p:cNvSpPr/>
            <p:nvPr/>
          </p:nvSpPr>
          <p:spPr>
            <a:xfrm>
              <a:off x="-720900" y="2239425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>
              <a:extLst>
                <a:ext uri="{FF2B5EF4-FFF2-40B4-BE49-F238E27FC236}">
                  <a16:creationId xmlns:a16="http://schemas.microsoft.com/office/drawing/2014/main" id="{D1CCDD85-0CC8-29FC-0B77-6B32E5F8D104}"/>
                </a:ext>
              </a:extLst>
            </p:cNvPr>
            <p:cNvSpPr/>
            <p:nvPr/>
          </p:nvSpPr>
          <p:spPr>
            <a:xfrm>
              <a:off x="-720900" y="2520538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>
              <a:extLst>
                <a:ext uri="{FF2B5EF4-FFF2-40B4-BE49-F238E27FC236}">
                  <a16:creationId xmlns:a16="http://schemas.microsoft.com/office/drawing/2014/main" id="{D79EDADA-DC54-343A-5DC8-D790F1512CD1}"/>
                </a:ext>
              </a:extLst>
            </p:cNvPr>
            <p:cNvSpPr/>
            <p:nvPr/>
          </p:nvSpPr>
          <p:spPr>
            <a:xfrm>
              <a:off x="-3240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6">
              <a:extLst>
                <a:ext uri="{FF2B5EF4-FFF2-40B4-BE49-F238E27FC236}">
                  <a16:creationId xmlns:a16="http://schemas.microsoft.com/office/drawing/2014/main" id="{67B8B618-68DC-ED8B-5A9D-A8ACCB339F35}"/>
                </a:ext>
              </a:extLst>
            </p:cNvPr>
            <p:cNvSpPr/>
            <p:nvPr/>
          </p:nvSpPr>
          <p:spPr>
            <a:xfrm>
              <a:off x="-52245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6">
              <a:extLst>
                <a:ext uri="{FF2B5EF4-FFF2-40B4-BE49-F238E27FC236}">
                  <a16:creationId xmlns:a16="http://schemas.microsoft.com/office/drawing/2014/main" id="{B61012A5-E494-FA3B-CD57-F5FBE0CBF7E2}"/>
                </a:ext>
              </a:extLst>
            </p:cNvPr>
            <p:cNvSpPr/>
            <p:nvPr/>
          </p:nvSpPr>
          <p:spPr>
            <a:xfrm>
              <a:off x="-720900" y="1958300"/>
              <a:ext cx="66000" cy="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960;p35">
            <a:extLst>
              <a:ext uri="{FF2B5EF4-FFF2-40B4-BE49-F238E27FC236}">
                <a16:creationId xmlns:a16="http://schemas.microsoft.com/office/drawing/2014/main" id="{799C69B2-68EB-FE67-9481-558C0FD17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tx1"/>
                </a:solidFill>
              </a:rPr>
              <a:t>Form</a:t>
            </a:r>
            <a:r>
              <a:rPr lang="en" sz="3500">
                <a:solidFill>
                  <a:srgbClr val="099CEC"/>
                </a:solidFill>
              </a:rPr>
              <a:t> submit</a:t>
            </a:r>
            <a:endParaRPr sz="3500">
              <a:solidFill>
                <a:srgbClr val="099CEC"/>
              </a:solidFill>
            </a:endParaRPr>
          </a:p>
        </p:txBody>
      </p:sp>
      <p:pic>
        <p:nvPicPr>
          <p:cNvPr id="2" name="Picture 1" descr="A diagram of a computer&#10;&#10;AI-generated content may be incorrect.">
            <a:extLst>
              <a:ext uri="{FF2B5EF4-FFF2-40B4-BE49-F238E27FC236}">
                <a16:creationId xmlns:a16="http://schemas.microsoft.com/office/drawing/2014/main" id="{C8CE755B-68D8-DBC7-A4C3-1A0B49105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1" y="982969"/>
            <a:ext cx="5001380" cy="4160531"/>
          </a:xfrm>
          <a:prstGeom prst="rect">
            <a:avLst/>
          </a:prstGeom>
        </p:spPr>
      </p:pic>
      <p:sp>
        <p:nvSpPr>
          <p:cNvPr id="3" name="Google Shape;903;p32">
            <a:extLst>
              <a:ext uri="{FF2B5EF4-FFF2-40B4-BE49-F238E27FC236}">
                <a16:creationId xmlns:a16="http://schemas.microsoft.com/office/drawing/2014/main" id="{7461B420-3D1F-D880-B891-0911C12F9B7E}"/>
              </a:ext>
            </a:extLst>
          </p:cNvPr>
          <p:cNvSpPr txBox="1">
            <a:spLocks/>
          </p:cNvSpPr>
          <p:nvPr/>
        </p:nvSpPr>
        <p:spPr>
          <a:xfrm>
            <a:off x="6093606" y="1944435"/>
            <a:ext cx="2974194" cy="2886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>
                <a:latin typeface="DM Sans" pitchFamily="2" charset="0"/>
              </a:rPr>
              <a:t>Nome del test: 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Generazione e Download DockerFile e Docker Compose</a:t>
            </a:r>
          </a:p>
          <a:p>
            <a:pPr marL="0" indent="0"/>
            <a:endParaRPr lang="en-US" sz="100">
              <a:latin typeface="DM Sans" pitchFamily="2" charset="0"/>
            </a:endParaRPr>
          </a:p>
          <a:p>
            <a:pPr marL="0" indent="0"/>
            <a:r>
              <a:rPr lang="it-IT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Obiettivo: </a:t>
            </a:r>
            <a:r>
              <a:rPr lang="it-IT">
                <a:effectLst/>
                <a:latin typeface="DM Sans" pitchFamily="2" charset="0"/>
                <a:ea typeface="Yu Mincho" panose="02020400000000000000" pitchFamily="18" charset="-128"/>
              </a:rPr>
              <a:t>Verificare che al click del tasto submit venga mostrata la finestra per effettuare le modifiche sul Docker Compose, e che al click su Conferma vengano scaricati entrambi i file corretti.</a:t>
            </a:r>
          </a:p>
          <a:p>
            <a:pPr marL="0" indent="0"/>
            <a:endParaRPr lang="it-IT" sz="1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/>
            <a:r>
              <a:rPr lang="en-US" b="1" kern="100" err="1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Metodo</a:t>
            </a:r>
            <a:r>
              <a:rPr lang="en-US" b="1" kern="100">
                <a:effectLst/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tramite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i="1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Network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per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controllare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se la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richiesta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AJAX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sia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andata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a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buon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fine.</a:t>
            </a:r>
          </a:p>
          <a:p>
            <a:pPr marL="0" indent="0"/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che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il download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venga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avviato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del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contenuto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dei file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ricevuti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indent="0"/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Verifica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che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sul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docker-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compose.yml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siano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state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apportate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le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modifiche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200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0DB1D3-ED3C-7104-6833-2ABA56F7E719}"/>
              </a:ext>
            </a:extLst>
          </p:cNvPr>
          <p:cNvGrpSpPr/>
          <p:nvPr/>
        </p:nvGrpSpPr>
        <p:grpSpPr>
          <a:xfrm>
            <a:off x="6076042" y="1447035"/>
            <a:ext cx="2747100" cy="497400"/>
            <a:chOff x="6202445" y="1429601"/>
            <a:chExt cx="2747100" cy="497400"/>
          </a:xfrm>
        </p:grpSpPr>
        <p:sp>
          <p:nvSpPr>
            <p:cNvPr id="7" name="Google Shape;904;p32">
              <a:extLst>
                <a:ext uri="{FF2B5EF4-FFF2-40B4-BE49-F238E27FC236}">
                  <a16:creationId xmlns:a16="http://schemas.microsoft.com/office/drawing/2014/main" id="{B001EF5D-A3D6-870E-29BE-7C95DB0C1C4A}"/>
                </a:ext>
              </a:extLst>
            </p:cNvPr>
            <p:cNvSpPr txBox="1">
              <a:spLocks/>
            </p:cNvSpPr>
            <p:nvPr/>
          </p:nvSpPr>
          <p:spPr>
            <a:xfrm>
              <a:off x="6202445" y="1429601"/>
              <a:ext cx="27471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/>
                <a:t>Testing</a:t>
              </a:r>
            </a:p>
          </p:txBody>
        </p:sp>
        <p:cxnSp>
          <p:nvCxnSpPr>
            <p:cNvPr id="13" name="Google Shape;1065;p37">
              <a:extLst>
                <a:ext uri="{FF2B5EF4-FFF2-40B4-BE49-F238E27FC236}">
                  <a16:creationId xmlns:a16="http://schemas.microsoft.com/office/drawing/2014/main" id="{3FEC0F1F-636B-26FC-FC52-9334EE1D77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5805" y="1849183"/>
              <a:ext cx="107242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403971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>
          <a:extLst>
            <a:ext uri="{FF2B5EF4-FFF2-40B4-BE49-F238E27FC236}">
              <a16:creationId xmlns:a16="http://schemas.microsoft.com/office/drawing/2014/main" id="{9DB36672-EF70-DCE3-6710-EC1765F5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60;p35">
            <a:extLst>
              <a:ext uri="{FF2B5EF4-FFF2-40B4-BE49-F238E27FC236}">
                <a16:creationId xmlns:a16="http://schemas.microsoft.com/office/drawing/2014/main" id="{6F4B3BCF-CB72-F532-5E68-CF424BD118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tx1"/>
                </a:solidFill>
              </a:rPr>
              <a:t>Backend - </a:t>
            </a:r>
            <a:r>
              <a:rPr lang="en" sz="3500">
                <a:solidFill>
                  <a:srgbClr val="099CEC"/>
                </a:solidFill>
              </a:rPr>
              <a:t>Generazione file</a:t>
            </a:r>
            <a:endParaRPr sz="3500">
              <a:solidFill>
                <a:srgbClr val="099CEC"/>
              </a:solidFill>
            </a:endParaRPr>
          </a:p>
        </p:txBody>
      </p:sp>
      <p:sp>
        <p:nvSpPr>
          <p:cNvPr id="8" name="Google Shape;903;p32">
            <a:extLst>
              <a:ext uri="{FF2B5EF4-FFF2-40B4-BE49-F238E27FC236}">
                <a16:creationId xmlns:a16="http://schemas.microsoft.com/office/drawing/2014/main" id="{E1B3AC37-C98F-224A-739E-7BB3F92F0E58}"/>
              </a:ext>
            </a:extLst>
          </p:cNvPr>
          <p:cNvSpPr txBox="1">
            <a:spLocks/>
          </p:cNvSpPr>
          <p:nvPr/>
        </p:nvSpPr>
        <p:spPr>
          <a:xfrm>
            <a:off x="45941" y="1906369"/>
            <a:ext cx="4255860" cy="2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Clr>
                <a:srgbClr val="099CEC"/>
              </a:buClr>
            </a:pP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Flusso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di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attivit</a:t>
            </a:r>
            <a:r>
              <a:rPr lang="it-IT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à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del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programma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di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creazione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>
                <a:solidFill>
                  <a:srgbClr val="099CEC"/>
                </a:solidFill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Dockerfile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:</a:t>
            </a:r>
          </a:p>
          <a:p>
            <a:pPr marL="0" indent="0">
              <a:buClr>
                <a:srgbClr val="099CEC"/>
              </a:buClr>
            </a:pPr>
            <a:endParaRPr lang="en-US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solidFill>
                  <a:srgbClr val="099CEC"/>
                </a:solidFill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1.)  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Creazione del file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su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cui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scrivere</a:t>
            </a:r>
            <a:endParaRPr lang="en-US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2.)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Analisi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dell’array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chiave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→</a:t>
            </a:r>
            <a:r>
              <a:rPr lang="en-US" kern="100">
                <a:latin typeface="Yu Mincho Light" panose="02020300000000000000" pitchFamily="18" charset="-128"/>
                <a:ea typeface="Yu Mincho Light" panose="020203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valore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ricevuto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in POST</a:t>
            </a: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solidFill>
                  <a:srgbClr val="099CEC"/>
                </a:solidFill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3.)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Inserimento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del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comando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corrispondente</a:t>
            </a:r>
            <a:endParaRPr lang="en-US" kern="100">
              <a:latin typeface="DM Sans" pitchFamily="2" charset="0"/>
              <a:ea typeface="Yu Mincho Light" panose="020203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4.)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Scrittura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del testo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su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file e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conseguente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chiusura</a:t>
            </a:r>
            <a:endParaRPr lang="en-US" kern="100">
              <a:latin typeface="DM Sans" pitchFamily="2" charset="0"/>
              <a:ea typeface="Yu Mincho Light" panose="020203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solidFill>
                  <a:srgbClr val="099CEC"/>
                </a:solidFill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5.)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Invio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del file con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i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header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appropriati</a:t>
            </a:r>
            <a:endParaRPr lang="en-US" kern="100">
              <a:latin typeface="DM Sans" pitchFamily="2" charset="0"/>
              <a:ea typeface="Yu Mincho Light" panose="020203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6.)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Rimozione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del file</a:t>
            </a:r>
            <a:endParaRPr lang="en-US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" name="Google Shape;903;p32">
            <a:extLst>
              <a:ext uri="{FF2B5EF4-FFF2-40B4-BE49-F238E27FC236}">
                <a16:creationId xmlns:a16="http://schemas.microsoft.com/office/drawing/2014/main" id="{E289B171-42AD-24C6-5127-D90C5CFD4DAF}"/>
              </a:ext>
            </a:extLst>
          </p:cNvPr>
          <p:cNvSpPr txBox="1">
            <a:spLocks/>
          </p:cNvSpPr>
          <p:nvPr/>
        </p:nvSpPr>
        <p:spPr>
          <a:xfrm>
            <a:off x="4434840" y="1906369"/>
            <a:ext cx="4709160" cy="2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Clr>
                <a:srgbClr val="099CEC"/>
              </a:buClr>
            </a:pP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Flusso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di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attivit</a:t>
            </a:r>
            <a:r>
              <a:rPr lang="it-IT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à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del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programma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di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creazione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kern="100">
                <a:solidFill>
                  <a:srgbClr val="099CEC"/>
                </a:solidFill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Docker Compose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:</a:t>
            </a:r>
          </a:p>
          <a:p>
            <a:pPr marL="0" indent="0">
              <a:buClr>
                <a:srgbClr val="099CEC"/>
              </a:buClr>
            </a:pPr>
            <a:endParaRPr lang="en-US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solidFill>
                  <a:srgbClr val="099CEC"/>
                </a:solidFill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1.)  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Creazione del file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su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cui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scrivere</a:t>
            </a:r>
            <a:endParaRPr lang="en-US" kern="100">
              <a:latin typeface="DM Sans" pitchFamily="2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2.)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Scrittura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del testo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ricevuto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in POST </a:t>
            </a:r>
            <a:r>
              <a:rPr lang="en-US" kern="100" err="1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sul</a:t>
            </a:r>
            <a:r>
              <a:rPr lang="en-US" kern="100">
                <a:latin typeface="DM Sans" pitchFamily="2" charset="0"/>
                <a:ea typeface="Yu Mincho" panose="02020400000000000000" pitchFamily="18" charset="-128"/>
                <a:cs typeface="Times New Roman" panose="02020603050405020304" pitchFamily="18" charset="0"/>
              </a:rPr>
              <a:t> file</a:t>
            </a:r>
            <a:endParaRPr lang="en-US" kern="100">
              <a:latin typeface="DM Sans" pitchFamily="2" charset="0"/>
              <a:ea typeface="Yu Mincho Light" panose="020203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solidFill>
                  <a:srgbClr val="099CEC"/>
                </a:solidFill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3.)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Chiusura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del file</a:t>
            </a: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4.)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Invio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del file con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i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header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appropriati</a:t>
            </a:r>
            <a:endParaRPr lang="en-US" kern="100">
              <a:latin typeface="DM Sans" pitchFamily="2" charset="0"/>
              <a:ea typeface="Yu Mincho Light" panose="02020300000000000000" pitchFamily="18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099CEC"/>
              </a:buClr>
              <a:buSzPct val="105000"/>
            </a:pPr>
            <a:r>
              <a:rPr lang="en-US" b="1" kern="100">
                <a:solidFill>
                  <a:srgbClr val="099CEC"/>
                </a:solidFill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5.) </a:t>
            </a:r>
            <a:r>
              <a:rPr lang="en-US" kern="100" err="1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Rimozione</a:t>
            </a:r>
            <a:r>
              <a:rPr lang="en-US" kern="100">
                <a:latin typeface="DM Sans" pitchFamily="2" charset="0"/>
                <a:ea typeface="Yu Mincho Light" panose="02020300000000000000" pitchFamily="18" charset="-128"/>
                <a:cs typeface="Times New Roman" panose="02020603050405020304" pitchFamily="18" charset="0"/>
              </a:rPr>
              <a:t> del file</a:t>
            </a:r>
            <a:endParaRPr lang="en-US" b="1" kern="100">
              <a:solidFill>
                <a:srgbClr val="099CEC"/>
              </a:solidFill>
              <a:latin typeface="DM Sans" pitchFamily="2" charset="0"/>
              <a:ea typeface="Yu Mincho Light" panose="02020300000000000000" pitchFamily="18" charset="-128"/>
              <a:cs typeface="Times New Roman" panose="02020603050405020304" pitchFamily="18" charset="0"/>
            </a:endParaRPr>
          </a:p>
        </p:txBody>
      </p:sp>
      <p:cxnSp>
        <p:nvCxnSpPr>
          <p:cNvPr id="10" name="Google Shape;1065;p37">
            <a:extLst>
              <a:ext uri="{FF2B5EF4-FFF2-40B4-BE49-F238E27FC236}">
                <a16:creationId xmlns:a16="http://schemas.microsoft.com/office/drawing/2014/main" id="{075F5C7D-975D-2924-CE67-1776028479BB}"/>
              </a:ext>
            </a:extLst>
          </p:cNvPr>
          <p:cNvCxnSpPr>
            <a:cxnSpLocks/>
          </p:cNvCxnSpPr>
          <p:nvPr/>
        </p:nvCxnSpPr>
        <p:spPr>
          <a:xfrm flipV="1">
            <a:off x="4301801" y="1405713"/>
            <a:ext cx="0" cy="297624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953;p34">
            <a:extLst>
              <a:ext uri="{FF2B5EF4-FFF2-40B4-BE49-F238E27FC236}">
                <a16:creationId xmlns:a16="http://schemas.microsoft.com/office/drawing/2014/main" id="{0D231714-5427-7076-6B3C-7E7BCAAFE02D}"/>
              </a:ext>
            </a:extLst>
          </p:cNvPr>
          <p:cNvSpPr txBox="1">
            <a:spLocks/>
          </p:cNvSpPr>
          <p:nvPr/>
        </p:nvSpPr>
        <p:spPr>
          <a:xfrm>
            <a:off x="1413117" y="1405713"/>
            <a:ext cx="1493768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err="1">
                <a:latin typeface="DM Sans" pitchFamily="2" charset="0"/>
              </a:rPr>
              <a:t>Dockerfile</a:t>
            </a:r>
            <a:endParaRPr lang="en-US" sz="2000" b="1">
              <a:latin typeface="DM Sans" pitchFamily="2" charset="0"/>
            </a:endParaRPr>
          </a:p>
        </p:txBody>
      </p:sp>
      <p:sp>
        <p:nvSpPr>
          <p:cNvPr id="16" name="Google Shape;953;p34">
            <a:extLst>
              <a:ext uri="{FF2B5EF4-FFF2-40B4-BE49-F238E27FC236}">
                <a16:creationId xmlns:a16="http://schemas.microsoft.com/office/drawing/2014/main" id="{CA20A753-8382-B641-C03E-EEC2C6F9242D}"/>
              </a:ext>
            </a:extLst>
          </p:cNvPr>
          <p:cNvSpPr txBox="1">
            <a:spLocks/>
          </p:cNvSpPr>
          <p:nvPr/>
        </p:nvSpPr>
        <p:spPr>
          <a:xfrm>
            <a:off x="5468326" y="1405713"/>
            <a:ext cx="2342174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>
                <a:latin typeface="DM Sans" pitchFamily="2" charset="0"/>
              </a:rPr>
              <a:t>Docker</a:t>
            </a:r>
            <a:r>
              <a:rPr lang="en-US" sz="2000">
                <a:latin typeface="DM Sans" pitchFamily="2" charset="0"/>
              </a:rPr>
              <a:t> </a:t>
            </a:r>
            <a:r>
              <a:rPr lang="en-US" sz="2000" b="1">
                <a:latin typeface="DM Sans" pitchFamily="2" charset="0"/>
              </a:rPr>
              <a:t>Compose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0B229D1-C71E-F2FE-963A-51D3F2205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406640" y="3957496"/>
            <a:ext cx="1638079" cy="105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59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301;p46">
            <a:extLst>
              <a:ext uri="{FF2B5EF4-FFF2-40B4-BE49-F238E27FC236}">
                <a16:creationId xmlns:a16="http://schemas.microsoft.com/office/drawing/2014/main" id="{842B98A0-BA54-0DF5-73B9-AEC9404CF1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7" y="629729"/>
            <a:ext cx="4830592" cy="15772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EBBF8"/>
                </a:solidFill>
              </a:rPr>
              <a:t>Grazie</a:t>
            </a:r>
            <a:r>
              <a:rPr lang="en" dirty="0"/>
              <a:t> per l’attenzione</a:t>
            </a:r>
            <a:r>
              <a:rPr lang="en" dirty="0">
                <a:solidFill>
                  <a:srgbClr val="4EBBF8"/>
                </a:solidFill>
              </a:rPr>
              <a:t>!</a:t>
            </a:r>
          </a:p>
        </p:txBody>
      </p:sp>
      <p:grpSp>
        <p:nvGrpSpPr>
          <p:cNvPr id="88" name="Google Shape;1293;p46">
            <a:extLst>
              <a:ext uri="{FF2B5EF4-FFF2-40B4-BE49-F238E27FC236}">
                <a16:creationId xmlns:a16="http://schemas.microsoft.com/office/drawing/2014/main" id="{EC0254C0-2B99-2CFC-8543-9B37E682075A}"/>
              </a:ext>
            </a:extLst>
          </p:cNvPr>
          <p:cNvGrpSpPr/>
          <p:nvPr/>
        </p:nvGrpSpPr>
        <p:grpSpPr>
          <a:xfrm rot="10800000">
            <a:off x="5441545" y="1153363"/>
            <a:ext cx="965018" cy="965018"/>
            <a:chOff x="9606175" y="880525"/>
            <a:chExt cx="1667562" cy="1667562"/>
          </a:xfrm>
        </p:grpSpPr>
        <p:sp>
          <p:nvSpPr>
            <p:cNvPr id="89" name="Google Shape;1294;p46">
              <a:extLst>
                <a:ext uri="{FF2B5EF4-FFF2-40B4-BE49-F238E27FC236}">
                  <a16:creationId xmlns:a16="http://schemas.microsoft.com/office/drawing/2014/main" id="{CBDFE2B6-980F-F789-1D81-C174D7FB9CCA}"/>
                </a:ext>
              </a:extLst>
            </p:cNvPr>
            <p:cNvSpPr/>
            <p:nvPr/>
          </p:nvSpPr>
          <p:spPr>
            <a:xfrm>
              <a:off x="9606175" y="880525"/>
              <a:ext cx="1667562" cy="1667562"/>
            </a:xfrm>
            <a:custGeom>
              <a:avLst/>
              <a:gdLst/>
              <a:ahLst/>
              <a:cxnLst/>
              <a:rect l="l" t="t" r="r" b="b"/>
              <a:pathLst>
                <a:path w="80152" h="80152" extrusionOk="0">
                  <a:moveTo>
                    <a:pt x="40076" y="1"/>
                  </a:moveTo>
                  <a:cubicBezTo>
                    <a:pt x="17946" y="1"/>
                    <a:pt x="1" y="17946"/>
                    <a:pt x="1" y="40076"/>
                  </a:cubicBezTo>
                  <a:cubicBezTo>
                    <a:pt x="1" y="62207"/>
                    <a:pt x="17946" y="80152"/>
                    <a:pt x="40076" y="80152"/>
                  </a:cubicBezTo>
                  <a:cubicBezTo>
                    <a:pt x="62207" y="80152"/>
                    <a:pt x="80152" y="62207"/>
                    <a:pt x="80152" y="40076"/>
                  </a:cubicBezTo>
                  <a:cubicBezTo>
                    <a:pt x="80152" y="17946"/>
                    <a:pt x="62207" y="1"/>
                    <a:pt x="40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295;p46">
              <a:extLst>
                <a:ext uri="{FF2B5EF4-FFF2-40B4-BE49-F238E27FC236}">
                  <a16:creationId xmlns:a16="http://schemas.microsoft.com/office/drawing/2014/main" id="{1B404090-5865-48FA-0EA8-401810FD9582}"/>
                </a:ext>
              </a:extLst>
            </p:cNvPr>
            <p:cNvSpPr/>
            <p:nvPr/>
          </p:nvSpPr>
          <p:spPr>
            <a:xfrm>
              <a:off x="9792860" y="1067210"/>
              <a:ext cx="1294217" cy="1294217"/>
            </a:xfrm>
            <a:custGeom>
              <a:avLst/>
              <a:gdLst/>
              <a:ahLst/>
              <a:cxnLst/>
              <a:rect l="l" t="t" r="r" b="b"/>
              <a:pathLst>
                <a:path w="62207" h="62207" extrusionOk="0">
                  <a:moveTo>
                    <a:pt x="31103" y="0"/>
                  </a:moveTo>
                  <a:cubicBezTo>
                    <a:pt x="13935" y="0"/>
                    <a:pt x="0" y="13935"/>
                    <a:pt x="0" y="31103"/>
                  </a:cubicBezTo>
                  <a:cubicBezTo>
                    <a:pt x="0" y="48296"/>
                    <a:pt x="13935" y="62206"/>
                    <a:pt x="31103" y="62206"/>
                  </a:cubicBezTo>
                  <a:cubicBezTo>
                    <a:pt x="48296" y="62206"/>
                    <a:pt x="62206" y="48296"/>
                    <a:pt x="62206" y="31103"/>
                  </a:cubicBezTo>
                  <a:cubicBezTo>
                    <a:pt x="62206" y="13935"/>
                    <a:pt x="48296" y="0"/>
                    <a:pt x="311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296;p46">
              <a:extLst>
                <a:ext uri="{FF2B5EF4-FFF2-40B4-BE49-F238E27FC236}">
                  <a16:creationId xmlns:a16="http://schemas.microsoft.com/office/drawing/2014/main" id="{D364E102-BE00-16E6-5A64-D66D6D3402D3}"/>
                </a:ext>
              </a:extLst>
            </p:cNvPr>
            <p:cNvSpPr/>
            <p:nvPr/>
          </p:nvSpPr>
          <p:spPr>
            <a:xfrm>
              <a:off x="11043250" y="1701268"/>
              <a:ext cx="123082" cy="26089"/>
            </a:xfrm>
            <a:custGeom>
              <a:avLst/>
              <a:gdLst/>
              <a:ahLst/>
              <a:cxnLst/>
              <a:rect l="l" t="t" r="r" b="b"/>
              <a:pathLst>
                <a:path w="5916" h="1254" extrusionOk="0">
                  <a:moveTo>
                    <a:pt x="1" y="1"/>
                  </a:moveTo>
                  <a:lnTo>
                    <a:pt x="1" y="1254"/>
                  </a:lnTo>
                  <a:lnTo>
                    <a:pt x="5916" y="1254"/>
                  </a:lnTo>
                  <a:lnTo>
                    <a:pt x="59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297;p46">
              <a:extLst>
                <a:ext uri="{FF2B5EF4-FFF2-40B4-BE49-F238E27FC236}">
                  <a16:creationId xmlns:a16="http://schemas.microsoft.com/office/drawing/2014/main" id="{BA44122F-A922-A133-C4D2-23527860B8CE}"/>
                </a:ext>
              </a:extLst>
            </p:cNvPr>
            <p:cNvSpPr/>
            <p:nvPr/>
          </p:nvSpPr>
          <p:spPr>
            <a:xfrm>
              <a:off x="9705249" y="1701268"/>
              <a:ext cx="123082" cy="26089"/>
            </a:xfrm>
            <a:custGeom>
              <a:avLst/>
              <a:gdLst/>
              <a:ahLst/>
              <a:cxnLst/>
              <a:rect l="l" t="t" r="r" b="b"/>
              <a:pathLst>
                <a:path w="5916" h="1254" extrusionOk="0">
                  <a:moveTo>
                    <a:pt x="1" y="1"/>
                  </a:moveTo>
                  <a:lnTo>
                    <a:pt x="1" y="1254"/>
                  </a:lnTo>
                  <a:lnTo>
                    <a:pt x="5916" y="1254"/>
                  </a:lnTo>
                  <a:lnTo>
                    <a:pt x="59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298;p46">
              <a:extLst>
                <a:ext uri="{FF2B5EF4-FFF2-40B4-BE49-F238E27FC236}">
                  <a16:creationId xmlns:a16="http://schemas.microsoft.com/office/drawing/2014/main" id="{6E35C4E6-A9CF-7C74-78C1-2EE51C507A88}"/>
                </a:ext>
              </a:extLst>
            </p:cNvPr>
            <p:cNvSpPr/>
            <p:nvPr/>
          </p:nvSpPr>
          <p:spPr>
            <a:xfrm>
              <a:off x="10422757" y="983781"/>
              <a:ext cx="26089" cy="123082"/>
            </a:xfrm>
            <a:custGeom>
              <a:avLst/>
              <a:gdLst/>
              <a:ahLst/>
              <a:cxnLst/>
              <a:rect l="l" t="t" r="r" b="b"/>
              <a:pathLst>
                <a:path w="1254" h="5916" extrusionOk="0">
                  <a:moveTo>
                    <a:pt x="0" y="0"/>
                  </a:moveTo>
                  <a:lnTo>
                    <a:pt x="0" y="5915"/>
                  </a:lnTo>
                  <a:lnTo>
                    <a:pt x="1253" y="5915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299;p46">
              <a:extLst>
                <a:ext uri="{FF2B5EF4-FFF2-40B4-BE49-F238E27FC236}">
                  <a16:creationId xmlns:a16="http://schemas.microsoft.com/office/drawing/2014/main" id="{0FEF26EE-E0C9-F425-AEC5-27C613A0B95F}"/>
                </a:ext>
              </a:extLst>
            </p:cNvPr>
            <p:cNvSpPr/>
            <p:nvPr/>
          </p:nvSpPr>
          <p:spPr>
            <a:xfrm>
              <a:off x="10422757" y="2322302"/>
              <a:ext cx="26089" cy="122562"/>
            </a:xfrm>
            <a:custGeom>
              <a:avLst/>
              <a:gdLst/>
              <a:ahLst/>
              <a:cxnLst/>
              <a:rect l="l" t="t" r="r" b="b"/>
              <a:pathLst>
                <a:path w="1254" h="5891" extrusionOk="0">
                  <a:moveTo>
                    <a:pt x="0" y="1"/>
                  </a:moveTo>
                  <a:lnTo>
                    <a:pt x="0" y="5890"/>
                  </a:lnTo>
                  <a:lnTo>
                    <a:pt x="1253" y="5890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300;p46">
              <a:extLst>
                <a:ext uri="{FF2B5EF4-FFF2-40B4-BE49-F238E27FC236}">
                  <a16:creationId xmlns:a16="http://schemas.microsoft.com/office/drawing/2014/main" id="{8971F08C-88EF-0610-E6D4-70C0AF52A208}"/>
                </a:ext>
              </a:extLst>
            </p:cNvPr>
            <p:cNvSpPr/>
            <p:nvPr/>
          </p:nvSpPr>
          <p:spPr>
            <a:xfrm>
              <a:off x="10371637" y="1151159"/>
              <a:ext cx="396314" cy="631472"/>
            </a:xfrm>
            <a:custGeom>
              <a:avLst/>
              <a:gdLst/>
              <a:ahLst/>
              <a:cxnLst/>
              <a:rect l="l" t="t" r="r" b="b"/>
              <a:pathLst>
                <a:path w="19049" h="30352" extrusionOk="0">
                  <a:moveTo>
                    <a:pt x="10502" y="1"/>
                  </a:moveTo>
                  <a:lnTo>
                    <a:pt x="3510" y="23810"/>
                  </a:lnTo>
                  <a:cubicBezTo>
                    <a:pt x="3435" y="23810"/>
                    <a:pt x="3359" y="23785"/>
                    <a:pt x="3284" y="23785"/>
                  </a:cubicBezTo>
                  <a:cubicBezTo>
                    <a:pt x="1480" y="23785"/>
                    <a:pt x="1" y="25264"/>
                    <a:pt x="1" y="27068"/>
                  </a:cubicBezTo>
                  <a:cubicBezTo>
                    <a:pt x="1" y="28898"/>
                    <a:pt x="1480" y="30352"/>
                    <a:pt x="3284" y="30352"/>
                  </a:cubicBezTo>
                  <a:cubicBezTo>
                    <a:pt x="4838" y="30352"/>
                    <a:pt x="6141" y="29274"/>
                    <a:pt x="6492" y="27820"/>
                  </a:cubicBezTo>
                  <a:lnTo>
                    <a:pt x="19024" y="28071"/>
                  </a:lnTo>
                  <a:lnTo>
                    <a:pt x="19049" y="26818"/>
                  </a:lnTo>
                  <a:lnTo>
                    <a:pt x="6517" y="26567"/>
                  </a:lnTo>
                  <a:cubicBezTo>
                    <a:pt x="6367" y="25489"/>
                    <a:pt x="5665" y="24587"/>
                    <a:pt x="4713" y="24111"/>
                  </a:cubicBezTo>
                  <a:lnTo>
                    <a:pt x="11705" y="376"/>
                  </a:lnTo>
                  <a:lnTo>
                    <a:pt x="10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8" name="Google Shape;1303;p46">
            <a:extLst>
              <a:ext uri="{FF2B5EF4-FFF2-40B4-BE49-F238E27FC236}">
                <a16:creationId xmlns:a16="http://schemas.microsoft.com/office/drawing/2014/main" id="{85BD4CEB-5EED-B633-098B-DD8C4B26ABC1}"/>
              </a:ext>
            </a:extLst>
          </p:cNvPr>
          <p:cNvSpPr txBox="1"/>
          <p:nvPr/>
        </p:nvSpPr>
        <p:spPr>
          <a:xfrm>
            <a:off x="827718" y="4334875"/>
            <a:ext cx="3605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Documentazione completa: </a:t>
            </a:r>
            <a:r>
              <a:rPr lang="en" sz="1200" u="sng" dirty="0">
                <a:solidFill>
                  <a:srgbClr val="099CEC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Github</a:t>
            </a:r>
            <a:endParaRPr sz="1200" u="sng" dirty="0">
              <a:solidFill>
                <a:srgbClr val="099CE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8" name="Google Shape;1313;p46">
            <a:extLst>
              <a:ext uri="{FF2B5EF4-FFF2-40B4-BE49-F238E27FC236}">
                <a16:creationId xmlns:a16="http://schemas.microsoft.com/office/drawing/2014/main" id="{F70DC356-5089-832D-051B-9A4AF5F3A9AB}"/>
              </a:ext>
            </a:extLst>
          </p:cNvPr>
          <p:cNvGrpSpPr/>
          <p:nvPr/>
        </p:nvGrpSpPr>
        <p:grpSpPr>
          <a:xfrm>
            <a:off x="7052951" y="2567227"/>
            <a:ext cx="1392444" cy="2028179"/>
            <a:chOff x="7131400" y="-826044"/>
            <a:chExt cx="3728096" cy="5430198"/>
          </a:xfrm>
        </p:grpSpPr>
        <p:sp>
          <p:nvSpPr>
            <p:cNvPr id="109" name="Google Shape;1314;p46">
              <a:extLst>
                <a:ext uri="{FF2B5EF4-FFF2-40B4-BE49-F238E27FC236}">
                  <a16:creationId xmlns:a16="http://schemas.microsoft.com/office/drawing/2014/main" id="{FEBB32F2-1AD2-231B-2E00-8B17459D8093}"/>
                </a:ext>
              </a:extLst>
            </p:cNvPr>
            <p:cNvSpPr/>
            <p:nvPr/>
          </p:nvSpPr>
          <p:spPr>
            <a:xfrm>
              <a:off x="7181621" y="-504031"/>
              <a:ext cx="3604711" cy="5055957"/>
            </a:xfrm>
            <a:custGeom>
              <a:avLst/>
              <a:gdLst/>
              <a:ahLst/>
              <a:cxnLst/>
              <a:rect l="l" t="t" r="r" b="b"/>
              <a:pathLst>
                <a:path w="43209" h="60603" extrusionOk="0">
                  <a:moveTo>
                    <a:pt x="3308" y="0"/>
                  </a:moveTo>
                  <a:cubicBezTo>
                    <a:pt x="1479" y="0"/>
                    <a:pt x="0" y="1479"/>
                    <a:pt x="0" y="3309"/>
                  </a:cubicBezTo>
                  <a:lnTo>
                    <a:pt x="0" y="57294"/>
                  </a:lnTo>
                  <a:cubicBezTo>
                    <a:pt x="0" y="59124"/>
                    <a:pt x="1479" y="60602"/>
                    <a:pt x="3308" y="60602"/>
                  </a:cubicBezTo>
                  <a:lnTo>
                    <a:pt x="39900" y="60602"/>
                  </a:lnTo>
                  <a:cubicBezTo>
                    <a:pt x="41730" y="60602"/>
                    <a:pt x="43208" y="59124"/>
                    <a:pt x="43208" y="57294"/>
                  </a:cubicBezTo>
                  <a:lnTo>
                    <a:pt x="43208" y="3309"/>
                  </a:lnTo>
                  <a:cubicBezTo>
                    <a:pt x="43208" y="1479"/>
                    <a:pt x="41730" y="0"/>
                    <a:pt x="39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315;p46">
              <a:extLst>
                <a:ext uri="{FF2B5EF4-FFF2-40B4-BE49-F238E27FC236}">
                  <a16:creationId xmlns:a16="http://schemas.microsoft.com/office/drawing/2014/main" id="{B3A60CB2-F7B9-354A-62B2-382A5A405ADF}"/>
                </a:ext>
              </a:extLst>
            </p:cNvPr>
            <p:cNvSpPr/>
            <p:nvPr/>
          </p:nvSpPr>
          <p:spPr>
            <a:xfrm>
              <a:off x="7639450" y="539257"/>
              <a:ext cx="1963407" cy="21024"/>
            </a:xfrm>
            <a:custGeom>
              <a:avLst/>
              <a:gdLst/>
              <a:ahLst/>
              <a:cxnLst/>
              <a:rect l="l" t="t" r="r" b="b"/>
              <a:pathLst>
                <a:path w="23535" h="252" extrusionOk="0">
                  <a:moveTo>
                    <a:pt x="1" y="1"/>
                  </a:moveTo>
                  <a:lnTo>
                    <a:pt x="1" y="251"/>
                  </a:lnTo>
                  <a:lnTo>
                    <a:pt x="23535" y="251"/>
                  </a:lnTo>
                  <a:lnTo>
                    <a:pt x="2353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316;p46">
              <a:extLst>
                <a:ext uri="{FF2B5EF4-FFF2-40B4-BE49-F238E27FC236}">
                  <a16:creationId xmlns:a16="http://schemas.microsoft.com/office/drawing/2014/main" id="{73D1F03D-684C-910C-8807-315CA2835F7F}"/>
                </a:ext>
              </a:extLst>
            </p:cNvPr>
            <p:cNvSpPr/>
            <p:nvPr/>
          </p:nvSpPr>
          <p:spPr>
            <a:xfrm>
              <a:off x="7639450" y="625016"/>
              <a:ext cx="1963407" cy="23109"/>
            </a:xfrm>
            <a:custGeom>
              <a:avLst/>
              <a:gdLst/>
              <a:ahLst/>
              <a:cxnLst/>
              <a:rect l="l" t="t" r="r" b="b"/>
              <a:pathLst>
                <a:path w="23535" h="277" extrusionOk="0">
                  <a:moveTo>
                    <a:pt x="1" y="0"/>
                  </a:moveTo>
                  <a:lnTo>
                    <a:pt x="1" y="276"/>
                  </a:lnTo>
                  <a:lnTo>
                    <a:pt x="23535" y="276"/>
                  </a:lnTo>
                  <a:lnTo>
                    <a:pt x="2353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317;p46">
              <a:extLst>
                <a:ext uri="{FF2B5EF4-FFF2-40B4-BE49-F238E27FC236}">
                  <a16:creationId xmlns:a16="http://schemas.microsoft.com/office/drawing/2014/main" id="{B46F1FAD-D8E9-0E4E-1803-066182E1BB7E}"/>
                </a:ext>
              </a:extLst>
            </p:cNvPr>
            <p:cNvSpPr/>
            <p:nvPr/>
          </p:nvSpPr>
          <p:spPr>
            <a:xfrm>
              <a:off x="7639450" y="844502"/>
              <a:ext cx="1135414" cy="83"/>
            </a:xfrm>
            <a:custGeom>
              <a:avLst/>
              <a:gdLst/>
              <a:ahLst/>
              <a:cxnLst/>
              <a:rect l="l" t="t" r="r" b="b"/>
              <a:pathLst>
                <a:path w="13610" h="1" extrusionOk="0">
                  <a:moveTo>
                    <a:pt x="1" y="1"/>
                  </a:moveTo>
                  <a:lnTo>
                    <a:pt x="1361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318;p46">
              <a:extLst>
                <a:ext uri="{FF2B5EF4-FFF2-40B4-BE49-F238E27FC236}">
                  <a16:creationId xmlns:a16="http://schemas.microsoft.com/office/drawing/2014/main" id="{0CE501A4-927A-71D0-0C8E-2D406270990A}"/>
                </a:ext>
              </a:extLst>
            </p:cNvPr>
            <p:cNvSpPr/>
            <p:nvPr/>
          </p:nvSpPr>
          <p:spPr>
            <a:xfrm>
              <a:off x="7639450" y="834074"/>
              <a:ext cx="1135414" cy="21024"/>
            </a:xfrm>
            <a:custGeom>
              <a:avLst/>
              <a:gdLst/>
              <a:ahLst/>
              <a:cxnLst/>
              <a:rect l="l" t="t" r="r" b="b"/>
              <a:pathLst>
                <a:path w="13610" h="252" extrusionOk="0">
                  <a:moveTo>
                    <a:pt x="1" y="1"/>
                  </a:moveTo>
                  <a:lnTo>
                    <a:pt x="1" y="251"/>
                  </a:lnTo>
                  <a:lnTo>
                    <a:pt x="13610" y="251"/>
                  </a:lnTo>
                  <a:lnTo>
                    <a:pt x="13610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319;p46">
              <a:extLst>
                <a:ext uri="{FF2B5EF4-FFF2-40B4-BE49-F238E27FC236}">
                  <a16:creationId xmlns:a16="http://schemas.microsoft.com/office/drawing/2014/main" id="{D934C45A-7A94-52F6-745F-07B0715659CB}"/>
                </a:ext>
              </a:extLst>
            </p:cNvPr>
            <p:cNvSpPr/>
            <p:nvPr/>
          </p:nvSpPr>
          <p:spPr>
            <a:xfrm>
              <a:off x="7639450" y="1179111"/>
              <a:ext cx="1963407" cy="20940"/>
            </a:xfrm>
            <a:custGeom>
              <a:avLst/>
              <a:gdLst/>
              <a:ahLst/>
              <a:cxnLst/>
              <a:rect l="l" t="t" r="r" b="b"/>
              <a:pathLst>
                <a:path w="23535" h="251" extrusionOk="0">
                  <a:moveTo>
                    <a:pt x="1" y="0"/>
                  </a:moveTo>
                  <a:lnTo>
                    <a:pt x="1" y="251"/>
                  </a:lnTo>
                  <a:lnTo>
                    <a:pt x="23535" y="251"/>
                  </a:lnTo>
                  <a:lnTo>
                    <a:pt x="2353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320;p46">
              <a:extLst>
                <a:ext uri="{FF2B5EF4-FFF2-40B4-BE49-F238E27FC236}">
                  <a16:creationId xmlns:a16="http://schemas.microsoft.com/office/drawing/2014/main" id="{E7AF47EF-DB0F-3363-F2EB-353E405C2741}"/>
                </a:ext>
              </a:extLst>
            </p:cNvPr>
            <p:cNvSpPr/>
            <p:nvPr/>
          </p:nvSpPr>
          <p:spPr>
            <a:xfrm>
              <a:off x="7639450" y="1264787"/>
              <a:ext cx="1963407" cy="21024"/>
            </a:xfrm>
            <a:custGeom>
              <a:avLst/>
              <a:gdLst/>
              <a:ahLst/>
              <a:cxnLst/>
              <a:rect l="l" t="t" r="r" b="b"/>
              <a:pathLst>
                <a:path w="23535" h="252" extrusionOk="0">
                  <a:moveTo>
                    <a:pt x="1" y="1"/>
                  </a:moveTo>
                  <a:lnTo>
                    <a:pt x="1" y="251"/>
                  </a:lnTo>
                  <a:lnTo>
                    <a:pt x="23535" y="251"/>
                  </a:lnTo>
                  <a:lnTo>
                    <a:pt x="2353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321;p46">
              <a:extLst>
                <a:ext uri="{FF2B5EF4-FFF2-40B4-BE49-F238E27FC236}">
                  <a16:creationId xmlns:a16="http://schemas.microsoft.com/office/drawing/2014/main" id="{94DF2DC5-DB52-BDAF-5F4E-006EA20D54E0}"/>
                </a:ext>
              </a:extLst>
            </p:cNvPr>
            <p:cNvSpPr/>
            <p:nvPr/>
          </p:nvSpPr>
          <p:spPr>
            <a:xfrm>
              <a:off x="7639450" y="1482271"/>
              <a:ext cx="1135414" cy="83"/>
            </a:xfrm>
            <a:custGeom>
              <a:avLst/>
              <a:gdLst/>
              <a:ahLst/>
              <a:cxnLst/>
              <a:rect l="l" t="t" r="r" b="b"/>
              <a:pathLst>
                <a:path w="13610" h="1" extrusionOk="0">
                  <a:moveTo>
                    <a:pt x="1" y="0"/>
                  </a:moveTo>
                  <a:lnTo>
                    <a:pt x="13610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322;p46">
              <a:extLst>
                <a:ext uri="{FF2B5EF4-FFF2-40B4-BE49-F238E27FC236}">
                  <a16:creationId xmlns:a16="http://schemas.microsoft.com/office/drawing/2014/main" id="{7DDCE662-0934-CB1F-0B9C-93AC9B24555E}"/>
                </a:ext>
              </a:extLst>
            </p:cNvPr>
            <p:cNvSpPr/>
            <p:nvPr/>
          </p:nvSpPr>
          <p:spPr>
            <a:xfrm>
              <a:off x="7639450" y="1471759"/>
              <a:ext cx="1135414" cy="21024"/>
            </a:xfrm>
            <a:custGeom>
              <a:avLst/>
              <a:gdLst/>
              <a:ahLst/>
              <a:cxnLst/>
              <a:rect l="l" t="t" r="r" b="b"/>
              <a:pathLst>
                <a:path w="13610" h="252" extrusionOk="0">
                  <a:moveTo>
                    <a:pt x="1" y="1"/>
                  </a:moveTo>
                  <a:lnTo>
                    <a:pt x="1" y="251"/>
                  </a:lnTo>
                  <a:lnTo>
                    <a:pt x="13610" y="251"/>
                  </a:lnTo>
                  <a:lnTo>
                    <a:pt x="13610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323;p46">
              <a:extLst>
                <a:ext uri="{FF2B5EF4-FFF2-40B4-BE49-F238E27FC236}">
                  <a16:creationId xmlns:a16="http://schemas.microsoft.com/office/drawing/2014/main" id="{A52A13DB-F14F-6520-455D-404E1442D1DA}"/>
                </a:ext>
              </a:extLst>
            </p:cNvPr>
            <p:cNvSpPr/>
            <p:nvPr/>
          </p:nvSpPr>
          <p:spPr>
            <a:xfrm>
              <a:off x="7639450" y="1818882"/>
              <a:ext cx="1963407" cy="20940"/>
            </a:xfrm>
            <a:custGeom>
              <a:avLst/>
              <a:gdLst/>
              <a:ahLst/>
              <a:cxnLst/>
              <a:rect l="l" t="t" r="r" b="b"/>
              <a:pathLst>
                <a:path w="23535" h="251" extrusionOk="0">
                  <a:moveTo>
                    <a:pt x="1" y="0"/>
                  </a:moveTo>
                  <a:lnTo>
                    <a:pt x="1" y="251"/>
                  </a:lnTo>
                  <a:lnTo>
                    <a:pt x="23535" y="251"/>
                  </a:lnTo>
                  <a:lnTo>
                    <a:pt x="2353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324;p46">
              <a:extLst>
                <a:ext uri="{FF2B5EF4-FFF2-40B4-BE49-F238E27FC236}">
                  <a16:creationId xmlns:a16="http://schemas.microsoft.com/office/drawing/2014/main" id="{96F901FD-AA3F-527A-FDD6-5CF2CE204566}"/>
                </a:ext>
              </a:extLst>
            </p:cNvPr>
            <p:cNvSpPr/>
            <p:nvPr/>
          </p:nvSpPr>
          <p:spPr>
            <a:xfrm>
              <a:off x="7639450" y="1904558"/>
              <a:ext cx="1963407" cy="21024"/>
            </a:xfrm>
            <a:custGeom>
              <a:avLst/>
              <a:gdLst/>
              <a:ahLst/>
              <a:cxnLst/>
              <a:rect l="l" t="t" r="r" b="b"/>
              <a:pathLst>
                <a:path w="23535" h="252" extrusionOk="0">
                  <a:moveTo>
                    <a:pt x="1" y="1"/>
                  </a:moveTo>
                  <a:lnTo>
                    <a:pt x="1" y="251"/>
                  </a:lnTo>
                  <a:lnTo>
                    <a:pt x="23535" y="251"/>
                  </a:lnTo>
                  <a:lnTo>
                    <a:pt x="2353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325;p46">
              <a:extLst>
                <a:ext uri="{FF2B5EF4-FFF2-40B4-BE49-F238E27FC236}">
                  <a16:creationId xmlns:a16="http://schemas.microsoft.com/office/drawing/2014/main" id="{19742A8E-7487-B315-64F2-96DE22F2DBA7}"/>
                </a:ext>
              </a:extLst>
            </p:cNvPr>
            <p:cNvSpPr/>
            <p:nvPr/>
          </p:nvSpPr>
          <p:spPr>
            <a:xfrm>
              <a:off x="7639450" y="2122042"/>
              <a:ext cx="1135414" cy="83"/>
            </a:xfrm>
            <a:custGeom>
              <a:avLst/>
              <a:gdLst/>
              <a:ahLst/>
              <a:cxnLst/>
              <a:rect l="l" t="t" r="r" b="b"/>
              <a:pathLst>
                <a:path w="13610" h="1" extrusionOk="0">
                  <a:moveTo>
                    <a:pt x="1" y="0"/>
                  </a:moveTo>
                  <a:lnTo>
                    <a:pt x="13610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326;p46">
              <a:extLst>
                <a:ext uri="{FF2B5EF4-FFF2-40B4-BE49-F238E27FC236}">
                  <a16:creationId xmlns:a16="http://schemas.microsoft.com/office/drawing/2014/main" id="{807BBC98-5CE8-C98E-B49B-127B4CEC6479}"/>
                </a:ext>
              </a:extLst>
            </p:cNvPr>
            <p:cNvSpPr/>
            <p:nvPr/>
          </p:nvSpPr>
          <p:spPr>
            <a:xfrm>
              <a:off x="7639450" y="2111614"/>
              <a:ext cx="1135414" cy="20940"/>
            </a:xfrm>
            <a:custGeom>
              <a:avLst/>
              <a:gdLst/>
              <a:ahLst/>
              <a:cxnLst/>
              <a:rect l="l" t="t" r="r" b="b"/>
              <a:pathLst>
                <a:path w="13610" h="251" extrusionOk="0">
                  <a:moveTo>
                    <a:pt x="1" y="0"/>
                  </a:moveTo>
                  <a:lnTo>
                    <a:pt x="1" y="251"/>
                  </a:lnTo>
                  <a:lnTo>
                    <a:pt x="13610" y="251"/>
                  </a:lnTo>
                  <a:lnTo>
                    <a:pt x="1361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327;p46">
              <a:extLst>
                <a:ext uri="{FF2B5EF4-FFF2-40B4-BE49-F238E27FC236}">
                  <a16:creationId xmlns:a16="http://schemas.microsoft.com/office/drawing/2014/main" id="{0A3101CC-6C47-4D55-3AD2-0A3326B09DDE}"/>
                </a:ext>
              </a:extLst>
            </p:cNvPr>
            <p:cNvSpPr/>
            <p:nvPr/>
          </p:nvSpPr>
          <p:spPr>
            <a:xfrm>
              <a:off x="7639450" y="2502534"/>
              <a:ext cx="1618445" cy="83"/>
            </a:xfrm>
            <a:custGeom>
              <a:avLst/>
              <a:gdLst/>
              <a:ahLst/>
              <a:cxnLst/>
              <a:rect l="l" t="t" r="r" b="b"/>
              <a:pathLst>
                <a:path w="19400" h="1" extrusionOk="0">
                  <a:moveTo>
                    <a:pt x="1" y="1"/>
                  </a:moveTo>
                  <a:lnTo>
                    <a:pt x="19399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328;p46">
              <a:extLst>
                <a:ext uri="{FF2B5EF4-FFF2-40B4-BE49-F238E27FC236}">
                  <a16:creationId xmlns:a16="http://schemas.microsoft.com/office/drawing/2014/main" id="{812CFE64-1ACB-4BD3-B84A-A95FBED9FF15}"/>
                </a:ext>
              </a:extLst>
            </p:cNvPr>
            <p:cNvSpPr/>
            <p:nvPr/>
          </p:nvSpPr>
          <p:spPr>
            <a:xfrm>
              <a:off x="7639450" y="2492106"/>
              <a:ext cx="1618445" cy="21024"/>
            </a:xfrm>
            <a:custGeom>
              <a:avLst/>
              <a:gdLst/>
              <a:ahLst/>
              <a:cxnLst/>
              <a:rect l="l" t="t" r="r" b="b"/>
              <a:pathLst>
                <a:path w="19400" h="252" extrusionOk="0">
                  <a:moveTo>
                    <a:pt x="1" y="0"/>
                  </a:moveTo>
                  <a:lnTo>
                    <a:pt x="1" y="251"/>
                  </a:lnTo>
                  <a:lnTo>
                    <a:pt x="19399" y="251"/>
                  </a:lnTo>
                  <a:lnTo>
                    <a:pt x="1939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329;p46">
              <a:extLst>
                <a:ext uri="{FF2B5EF4-FFF2-40B4-BE49-F238E27FC236}">
                  <a16:creationId xmlns:a16="http://schemas.microsoft.com/office/drawing/2014/main" id="{03D8C28B-0464-5FFD-600F-C1BB38605D55}"/>
                </a:ext>
              </a:extLst>
            </p:cNvPr>
            <p:cNvSpPr/>
            <p:nvPr/>
          </p:nvSpPr>
          <p:spPr>
            <a:xfrm>
              <a:off x="7639450" y="2588293"/>
              <a:ext cx="1618445" cy="83"/>
            </a:xfrm>
            <a:custGeom>
              <a:avLst/>
              <a:gdLst/>
              <a:ahLst/>
              <a:cxnLst/>
              <a:rect l="l" t="t" r="r" b="b"/>
              <a:pathLst>
                <a:path w="19400" h="1" extrusionOk="0">
                  <a:moveTo>
                    <a:pt x="1" y="0"/>
                  </a:moveTo>
                  <a:lnTo>
                    <a:pt x="1939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330;p46">
              <a:extLst>
                <a:ext uri="{FF2B5EF4-FFF2-40B4-BE49-F238E27FC236}">
                  <a16:creationId xmlns:a16="http://schemas.microsoft.com/office/drawing/2014/main" id="{6041712A-4021-4FCD-A0FF-F1FC0E921D35}"/>
                </a:ext>
              </a:extLst>
            </p:cNvPr>
            <p:cNvSpPr/>
            <p:nvPr/>
          </p:nvSpPr>
          <p:spPr>
            <a:xfrm>
              <a:off x="7639450" y="2577865"/>
              <a:ext cx="1618445" cy="20940"/>
            </a:xfrm>
            <a:custGeom>
              <a:avLst/>
              <a:gdLst/>
              <a:ahLst/>
              <a:cxnLst/>
              <a:rect l="l" t="t" r="r" b="b"/>
              <a:pathLst>
                <a:path w="19400" h="251" extrusionOk="0">
                  <a:moveTo>
                    <a:pt x="1" y="0"/>
                  </a:moveTo>
                  <a:lnTo>
                    <a:pt x="1" y="251"/>
                  </a:lnTo>
                  <a:lnTo>
                    <a:pt x="19399" y="251"/>
                  </a:lnTo>
                  <a:lnTo>
                    <a:pt x="1939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331;p46">
              <a:extLst>
                <a:ext uri="{FF2B5EF4-FFF2-40B4-BE49-F238E27FC236}">
                  <a16:creationId xmlns:a16="http://schemas.microsoft.com/office/drawing/2014/main" id="{EFB4E550-0DCB-87AB-4CEA-FC18ADF24DC7}"/>
                </a:ext>
              </a:extLst>
            </p:cNvPr>
            <p:cNvSpPr/>
            <p:nvPr/>
          </p:nvSpPr>
          <p:spPr>
            <a:xfrm>
              <a:off x="7639450" y="2795265"/>
              <a:ext cx="1135414" cy="83"/>
            </a:xfrm>
            <a:custGeom>
              <a:avLst/>
              <a:gdLst/>
              <a:ahLst/>
              <a:cxnLst/>
              <a:rect l="l" t="t" r="r" b="b"/>
              <a:pathLst>
                <a:path w="13610" h="1" extrusionOk="0">
                  <a:moveTo>
                    <a:pt x="1" y="1"/>
                  </a:moveTo>
                  <a:lnTo>
                    <a:pt x="1361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332;p46">
              <a:extLst>
                <a:ext uri="{FF2B5EF4-FFF2-40B4-BE49-F238E27FC236}">
                  <a16:creationId xmlns:a16="http://schemas.microsoft.com/office/drawing/2014/main" id="{A10A614A-0646-F135-3723-F239946A5968}"/>
                </a:ext>
              </a:extLst>
            </p:cNvPr>
            <p:cNvSpPr/>
            <p:nvPr/>
          </p:nvSpPr>
          <p:spPr>
            <a:xfrm>
              <a:off x="7639450" y="2784837"/>
              <a:ext cx="1135414" cy="20940"/>
            </a:xfrm>
            <a:custGeom>
              <a:avLst/>
              <a:gdLst/>
              <a:ahLst/>
              <a:cxnLst/>
              <a:rect l="l" t="t" r="r" b="b"/>
              <a:pathLst>
                <a:path w="13610" h="251" extrusionOk="0">
                  <a:moveTo>
                    <a:pt x="1" y="0"/>
                  </a:moveTo>
                  <a:lnTo>
                    <a:pt x="1" y="251"/>
                  </a:lnTo>
                  <a:lnTo>
                    <a:pt x="13610" y="251"/>
                  </a:lnTo>
                  <a:lnTo>
                    <a:pt x="1361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333;p46">
              <a:extLst>
                <a:ext uri="{FF2B5EF4-FFF2-40B4-BE49-F238E27FC236}">
                  <a16:creationId xmlns:a16="http://schemas.microsoft.com/office/drawing/2014/main" id="{24802DCC-8C74-D73B-8660-4C5CA4C2406C}"/>
                </a:ext>
              </a:extLst>
            </p:cNvPr>
            <p:cNvSpPr/>
            <p:nvPr/>
          </p:nvSpPr>
          <p:spPr>
            <a:xfrm>
              <a:off x="9866193" y="436814"/>
              <a:ext cx="426635" cy="426648"/>
            </a:xfrm>
            <a:custGeom>
              <a:avLst/>
              <a:gdLst/>
              <a:ahLst/>
              <a:cxnLst/>
              <a:rect l="l" t="t" r="r" b="b"/>
              <a:pathLst>
                <a:path w="5114" h="5114" extrusionOk="0">
                  <a:moveTo>
                    <a:pt x="4838" y="251"/>
                  </a:moveTo>
                  <a:lnTo>
                    <a:pt x="4838" y="4863"/>
                  </a:lnTo>
                  <a:lnTo>
                    <a:pt x="251" y="4863"/>
                  </a:lnTo>
                  <a:lnTo>
                    <a:pt x="251" y="251"/>
                  </a:lnTo>
                  <a:close/>
                  <a:moveTo>
                    <a:pt x="1" y="1"/>
                  </a:moveTo>
                  <a:lnTo>
                    <a:pt x="1" y="5114"/>
                  </a:lnTo>
                  <a:lnTo>
                    <a:pt x="5113" y="5114"/>
                  </a:lnTo>
                  <a:lnTo>
                    <a:pt x="5113" y="1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334;p46">
              <a:extLst>
                <a:ext uri="{FF2B5EF4-FFF2-40B4-BE49-F238E27FC236}">
                  <a16:creationId xmlns:a16="http://schemas.microsoft.com/office/drawing/2014/main" id="{D12D54AE-B0F0-C5D0-327F-CFC0B7A76218}"/>
                </a:ext>
              </a:extLst>
            </p:cNvPr>
            <p:cNvSpPr/>
            <p:nvPr/>
          </p:nvSpPr>
          <p:spPr>
            <a:xfrm>
              <a:off x="9866193" y="1103780"/>
              <a:ext cx="426635" cy="426648"/>
            </a:xfrm>
            <a:custGeom>
              <a:avLst/>
              <a:gdLst/>
              <a:ahLst/>
              <a:cxnLst/>
              <a:rect l="l" t="t" r="r" b="b"/>
              <a:pathLst>
                <a:path w="5114" h="5114" extrusionOk="0">
                  <a:moveTo>
                    <a:pt x="4838" y="251"/>
                  </a:moveTo>
                  <a:lnTo>
                    <a:pt x="4838" y="4863"/>
                  </a:lnTo>
                  <a:lnTo>
                    <a:pt x="251" y="4863"/>
                  </a:lnTo>
                  <a:lnTo>
                    <a:pt x="251" y="251"/>
                  </a:lnTo>
                  <a:close/>
                  <a:moveTo>
                    <a:pt x="1" y="1"/>
                  </a:moveTo>
                  <a:lnTo>
                    <a:pt x="1" y="5114"/>
                  </a:lnTo>
                  <a:lnTo>
                    <a:pt x="5113" y="5114"/>
                  </a:lnTo>
                  <a:lnTo>
                    <a:pt x="5113" y="1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35;p46">
              <a:extLst>
                <a:ext uri="{FF2B5EF4-FFF2-40B4-BE49-F238E27FC236}">
                  <a16:creationId xmlns:a16="http://schemas.microsoft.com/office/drawing/2014/main" id="{591980E0-DFEE-B6EE-53C5-1665656317A7}"/>
                </a:ext>
              </a:extLst>
            </p:cNvPr>
            <p:cNvSpPr/>
            <p:nvPr/>
          </p:nvSpPr>
          <p:spPr>
            <a:xfrm>
              <a:off x="9866193" y="1770747"/>
              <a:ext cx="426635" cy="426648"/>
            </a:xfrm>
            <a:custGeom>
              <a:avLst/>
              <a:gdLst/>
              <a:ahLst/>
              <a:cxnLst/>
              <a:rect l="l" t="t" r="r" b="b"/>
              <a:pathLst>
                <a:path w="5114" h="5114" extrusionOk="0">
                  <a:moveTo>
                    <a:pt x="4838" y="276"/>
                  </a:moveTo>
                  <a:lnTo>
                    <a:pt x="4838" y="4863"/>
                  </a:lnTo>
                  <a:lnTo>
                    <a:pt x="251" y="4863"/>
                  </a:lnTo>
                  <a:lnTo>
                    <a:pt x="251" y="276"/>
                  </a:lnTo>
                  <a:close/>
                  <a:moveTo>
                    <a:pt x="1" y="1"/>
                  </a:moveTo>
                  <a:lnTo>
                    <a:pt x="1" y="5114"/>
                  </a:lnTo>
                  <a:lnTo>
                    <a:pt x="5113" y="5114"/>
                  </a:lnTo>
                  <a:lnTo>
                    <a:pt x="5113" y="1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36;p46">
              <a:extLst>
                <a:ext uri="{FF2B5EF4-FFF2-40B4-BE49-F238E27FC236}">
                  <a16:creationId xmlns:a16="http://schemas.microsoft.com/office/drawing/2014/main" id="{FA521E33-DF97-8A06-F3A1-238D7B0EDDF8}"/>
                </a:ext>
              </a:extLst>
            </p:cNvPr>
            <p:cNvSpPr/>
            <p:nvPr/>
          </p:nvSpPr>
          <p:spPr>
            <a:xfrm>
              <a:off x="9866193" y="2439800"/>
              <a:ext cx="426635" cy="424563"/>
            </a:xfrm>
            <a:custGeom>
              <a:avLst/>
              <a:gdLst/>
              <a:ahLst/>
              <a:cxnLst/>
              <a:rect l="l" t="t" r="r" b="b"/>
              <a:pathLst>
                <a:path w="5114" h="5089" extrusionOk="0">
                  <a:moveTo>
                    <a:pt x="4838" y="252"/>
                  </a:moveTo>
                  <a:lnTo>
                    <a:pt x="4838" y="4838"/>
                  </a:lnTo>
                  <a:lnTo>
                    <a:pt x="251" y="4838"/>
                  </a:lnTo>
                  <a:lnTo>
                    <a:pt x="251" y="252"/>
                  </a:lnTo>
                  <a:close/>
                  <a:moveTo>
                    <a:pt x="1" y="1"/>
                  </a:moveTo>
                  <a:lnTo>
                    <a:pt x="1" y="5089"/>
                  </a:lnTo>
                  <a:lnTo>
                    <a:pt x="5113" y="5089"/>
                  </a:lnTo>
                  <a:lnTo>
                    <a:pt x="5113" y="1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37;p46">
              <a:extLst>
                <a:ext uri="{FF2B5EF4-FFF2-40B4-BE49-F238E27FC236}">
                  <a16:creationId xmlns:a16="http://schemas.microsoft.com/office/drawing/2014/main" id="{FB72A1F7-4030-FD5E-175E-4CFE55F6A5CC}"/>
                </a:ext>
              </a:extLst>
            </p:cNvPr>
            <p:cNvSpPr/>
            <p:nvPr/>
          </p:nvSpPr>
          <p:spPr>
            <a:xfrm>
              <a:off x="9974894" y="384591"/>
              <a:ext cx="257283" cy="315773"/>
            </a:xfrm>
            <a:custGeom>
              <a:avLst/>
              <a:gdLst/>
              <a:ahLst/>
              <a:cxnLst/>
              <a:rect l="l" t="t" r="r" b="b"/>
              <a:pathLst>
                <a:path w="3084" h="3785" extrusionOk="0">
                  <a:moveTo>
                    <a:pt x="2633" y="0"/>
                  </a:moveTo>
                  <a:lnTo>
                    <a:pt x="1179" y="2907"/>
                  </a:lnTo>
                  <a:lnTo>
                    <a:pt x="352" y="2080"/>
                  </a:lnTo>
                  <a:lnTo>
                    <a:pt x="1" y="2456"/>
                  </a:lnTo>
                  <a:lnTo>
                    <a:pt x="1329" y="3785"/>
                  </a:lnTo>
                  <a:lnTo>
                    <a:pt x="3084" y="226"/>
                  </a:lnTo>
                  <a:lnTo>
                    <a:pt x="2633" y="0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8;p46">
              <a:extLst>
                <a:ext uri="{FF2B5EF4-FFF2-40B4-BE49-F238E27FC236}">
                  <a16:creationId xmlns:a16="http://schemas.microsoft.com/office/drawing/2014/main" id="{2120DCA0-04DE-8900-52AB-9FFC5EF27E57}"/>
                </a:ext>
              </a:extLst>
            </p:cNvPr>
            <p:cNvSpPr/>
            <p:nvPr/>
          </p:nvSpPr>
          <p:spPr>
            <a:xfrm>
              <a:off x="9974894" y="1057814"/>
              <a:ext cx="257283" cy="315773"/>
            </a:xfrm>
            <a:custGeom>
              <a:avLst/>
              <a:gdLst/>
              <a:ahLst/>
              <a:cxnLst/>
              <a:rect l="l" t="t" r="r" b="b"/>
              <a:pathLst>
                <a:path w="3084" h="3785" extrusionOk="0">
                  <a:moveTo>
                    <a:pt x="2633" y="0"/>
                  </a:moveTo>
                  <a:lnTo>
                    <a:pt x="1179" y="2933"/>
                  </a:lnTo>
                  <a:lnTo>
                    <a:pt x="352" y="2106"/>
                  </a:lnTo>
                  <a:lnTo>
                    <a:pt x="1" y="2457"/>
                  </a:lnTo>
                  <a:lnTo>
                    <a:pt x="1304" y="3785"/>
                  </a:lnTo>
                  <a:lnTo>
                    <a:pt x="3084" y="251"/>
                  </a:lnTo>
                  <a:lnTo>
                    <a:pt x="2633" y="0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39;p46">
              <a:extLst>
                <a:ext uri="{FF2B5EF4-FFF2-40B4-BE49-F238E27FC236}">
                  <a16:creationId xmlns:a16="http://schemas.microsoft.com/office/drawing/2014/main" id="{BF8419F5-14AA-C4C1-DE95-4CB54E3A023A}"/>
                </a:ext>
              </a:extLst>
            </p:cNvPr>
            <p:cNvSpPr/>
            <p:nvPr/>
          </p:nvSpPr>
          <p:spPr>
            <a:xfrm>
              <a:off x="9974894" y="1733124"/>
              <a:ext cx="257283" cy="315857"/>
            </a:xfrm>
            <a:custGeom>
              <a:avLst/>
              <a:gdLst/>
              <a:ahLst/>
              <a:cxnLst/>
              <a:rect l="l" t="t" r="r" b="b"/>
              <a:pathLst>
                <a:path w="3084" h="3786" extrusionOk="0">
                  <a:moveTo>
                    <a:pt x="2633" y="1"/>
                  </a:moveTo>
                  <a:lnTo>
                    <a:pt x="1179" y="2908"/>
                  </a:lnTo>
                  <a:lnTo>
                    <a:pt x="352" y="2081"/>
                  </a:lnTo>
                  <a:lnTo>
                    <a:pt x="1" y="2457"/>
                  </a:lnTo>
                  <a:lnTo>
                    <a:pt x="1329" y="3785"/>
                  </a:lnTo>
                  <a:lnTo>
                    <a:pt x="3084" y="226"/>
                  </a:lnTo>
                  <a:lnTo>
                    <a:pt x="2633" y="1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340;p46">
              <a:extLst>
                <a:ext uri="{FF2B5EF4-FFF2-40B4-BE49-F238E27FC236}">
                  <a16:creationId xmlns:a16="http://schemas.microsoft.com/office/drawing/2014/main" id="{B2990F74-87FB-994A-D4C7-96A5F9FE1389}"/>
                </a:ext>
              </a:extLst>
            </p:cNvPr>
            <p:cNvSpPr/>
            <p:nvPr/>
          </p:nvSpPr>
          <p:spPr>
            <a:xfrm>
              <a:off x="7131400" y="-556337"/>
              <a:ext cx="3728096" cy="5160491"/>
            </a:xfrm>
            <a:custGeom>
              <a:avLst/>
              <a:gdLst/>
              <a:ahLst/>
              <a:cxnLst/>
              <a:rect l="l" t="t" r="r" b="b"/>
              <a:pathLst>
                <a:path w="44688" h="61856" extrusionOk="0">
                  <a:moveTo>
                    <a:pt x="42106" y="1254"/>
                  </a:moveTo>
                  <a:cubicBezTo>
                    <a:pt x="42682" y="1254"/>
                    <a:pt x="43184" y="1730"/>
                    <a:pt x="43184" y="2332"/>
                  </a:cubicBezTo>
                  <a:lnTo>
                    <a:pt x="43184" y="59525"/>
                  </a:lnTo>
                  <a:cubicBezTo>
                    <a:pt x="43184" y="60127"/>
                    <a:pt x="42682" y="60603"/>
                    <a:pt x="42106" y="60603"/>
                  </a:cubicBezTo>
                  <a:lnTo>
                    <a:pt x="2306" y="60603"/>
                  </a:lnTo>
                  <a:cubicBezTo>
                    <a:pt x="1730" y="60603"/>
                    <a:pt x="1229" y="60127"/>
                    <a:pt x="1229" y="59525"/>
                  </a:cubicBezTo>
                  <a:lnTo>
                    <a:pt x="1229" y="2332"/>
                  </a:lnTo>
                  <a:cubicBezTo>
                    <a:pt x="1229" y="1730"/>
                    <a:pt x="1730" y="1254"/>
                    <a:pt x="2306" y="1254"/>
                  </a:cubicBezTo>
                  <a:close/>
                  <a:moveTo>
                    <a:pt x="2306" y="1"/>
                  </a:moveTo>
                  <a:cubicBezTo>
                    <a:pt x="1028" y="1"/>
                    <a:pt x="1" y="1054"/>
                    <a:pt x="1" y="2332"/>
                  </a:cubicBezTo>
                  <a:lnTo>
                    <a:pt x="1" y="59525"/>
                  </a:lnTo>
                  <a:cubicBezTo>
                    <a:pt x="1" y="60803"/>
                    <a:pt x="1028" y="61856"/>
                    <a:pt x="2306" y="61856"/>
                  </a:cubicBezTo>
                  <a:lnTo>
                    <a:pt x="42106" y="61856"/>
                  </a:lnTo>
                  <a:cubicBezTo>
                    <a:pt x="43384" y="61856"/>
                    <a:pt x="44412" y="60803"/>
                    <a:pt x="44687" y="59525"/>
                  </a:cubicBezTo>
                  <a:lnTo>
                    <a:pt x="44687" y="2332"/>
                  </a:lnTo>
                  <a:cubicBezTo>
                    <a:pt x="44412" y="1054"/>
                    <a:pt x="43384" y="1"/>
                    <a:pt x="42106" y="1"/>
                  </a:cubicBezTo>
                  <a:close/>
                </a:path>
              </a:pathLst>
            </a:custGeom>
            <a:solidFill>
              <a:srgbClr val="099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41;p46">
              <a:extLst>
                <a:ext uri="{FF2B5EF4-FFF2-40B4-BE49-F238E27FC236}">
                  <a16:creationId xmlns:a16="http://schemas.microsoft.com/office/drawing/2014/main" id="{DDAC5ED9-2DA0-8408-E75F-479FEE09C296}"/>
                </a:ext>
              </a:extLst>
            </p:cNvPr>
            <p:cNvSpPr/>
            <p:nvPr/>
          </p:nvSpPr>
          <p:spPr>
            <a:xfrm>
              <a:off x="8279225" y="-826044"/>
              <a:ext cx="1409382" cy="719395"/>
            </a:xfrm>
            <a:custGeom>
              <a:avLst/>
              <a:gdLst/>
              <a:ahLst/>
              <a:cxnLst/>
              <a:rect l="l" t="t" r="r" b="b"/>
              <a:pathLst>
                <a:path w="16894" h="8623" extrusionOk="0">
                  <a:moveTo>
                    <a:pt x="8447" y="1254"/>
                  </a:moveTo>
                  <a:cubicBezTo>
                    <a:pt x="9600" y="1254"/>
                    <a:pt x="10577" y="1981"/>
                    <a:pt x="10928" y="3008"/>
                  </a:cubicBezTo>
                  <a:lnTo>
                    <a:pt x="5966" y="3008"/>
                  </a:lnTo>
                  <a:cubicBezTo>
                    <a:pt x="6317" y="1981"/>
                    <a:pt x="7294" y="1254"/>
                    <a:pt x="8447" y="1254"/>
                  </a:cubicBezTo>
                  <a:close/>
                  <a:moveTo>
                    <a:pt x="8447" y="1"/>
                  </a:moveTo>
                  <a:cubicBezTo>
                    <a:pt x="6618" y="1"/>
                    <a:pt x="5064" y="1304"/>
                    <a:pt x="4663" y="3008"/>
                  </a:cubicBezTo>
                  <a:lnTo>
                    <a:pt x="1630" y="3008"/>
                  </a:lnTo>
                  <a:cubicBezTo>
                    <a:pt x="728" y="3008"/>
                    <a:pt x="1" y="3735"/>
                    <a:pt x="1" y="4612"/>
                  </a:cubicBezTo>
                  <a:lnTo>
                    <a:pt x="1" y="6993"/>
                  </a:lnTo>
                  <a:cubicBezTo>
                    <a:pt x="1" y="7896"/>
                    <a:pt x="728" y="8622"/>
                    <a:pt x="1630" y="8622"/>
                  </a:cubicBezTo>
                  <a:lnTo>
                    <a:pt x="15289" y="8622"/>
                  </a:lnTo>
                  <a:cubicBezTo>
                    <a:pt x="16166" y="8622"/>
                    <a:pt x="16893" y="7896"/>
                    <a:pt x="16893" y="6993"/>
                  </a:cubicBezTo>
                  <a:lnTo>
                    <a:pt x="16893" y="4612"/>
                  </a:lnTo>
                  <a:cubicBezTo>
                    <a:pt x="16893" y="3735"/>
                    <a:pt x="16166" y="3008"/>
                    <a:pt x="15289" y="3008"/>
                  </a:cubicBezTo>
                  <a:lnTo>
                    <a:pt x="12232" y="3008"/>
                  </a:lnTo>
                  <a:cubicBezTo>
                    <a:pt x="11831" y="1304"/>
                    <a:pt x="10277" y="1"/>
                    <a:pt x="8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7" name="Google Shape;1342;p46">
            <a:extLst>
              <a:ext uri="{FF2B5EF4-FFF2-40B4-BE49-F238E27FC236}">
                <a16:creationId xmlns:a16="http://schemas.microsoft.com/office/drawing/2014/main" id="{3EC6A28B-732B-3A31-05D9-9E0359D46BEC}"/>
              </a:ext>
            </a:extLst>
          </p:cNvPr>
          <p:cNvCxnSpPr/>
          <p:nvPr/>
        </p:nvCxnSpPr>
        <p:spPr>
          <a:xfrm rot="10800000">
            <a:off x="4412450" y="4595275"/>
            <a:ext cx="4365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8" name="Google Shape;1343;p46">
            <a:extLst>
              <a:ext uri="{FF2B5EF4-FFF2-40B4-BE49-F238E27FC236}">
                <a16:creationId xmlns:a16="http://schemas.microsoft.com/office/drawing/2014/main" id="{5A89E209-6FB2-4821-6434-56E6B6D0552C}"/>
              </a:ext>
            </a:extLst>
          </p:cNvPr>
          <p:cNvGrpSpPr/>
          <p:nvPr/>
        </p:nvGrpSpPr>
        <p:grpSpPr>
          <a:xfrm rot="-899759">
            <a:off x="7505601" y="2878338"/>
            <a:ext cx="390954" cy="1695356"/>
            <a:chOff x="8858901" y="959573"/>
            <a:chExt cx="900000" cy="3902811"/>
          </a:xfrm>
        </p:grpSpPr>
        <p:sp>
          <p:nvSpPr>
            <p:cNvPr id="139" name="Google Shape;1344;p46">
              <a:extLst>
                <a:ext uri="{FF2B5EF4-FFF2-40B4-BE49-F238E27FC236}">
                  <a16:creationId xmlns:a16="http://schemas.microsoft.com/office/drawing/2014/main" id="{9ED0AAD2-C432-A13A-3F8F-6CF6ACAD586D}"/>
                </a:ext>
              </a:extLst>
            </p:cNvPr>
            <p:cNvSpPr/>
            <p:nvPr/>
          </p:nvSpPr>
          <p:spPr>
            <a:xfrm rot="-5400000">
              <a:off x="7496150" y="2374073"/>
              <a:ext cx="3644344" cy="815344"/>
            </a:xfrm>
            <a:custGeom>
              <a:avLst/>
              <a:gdLst/>
              <a:ahLst/>
              <a:cxnLst/>
              <a:rect l="l" t="t" r="r" b="b"/>
              <a:pathLst>
                <a:path w="38873" h="8697" extrusionOk="0">
                  <a:moveTo>
                    <a:pt x="1203" y="0"/>
                  </a:moveTo>
                  <a:cubicBezTo>
                    <a:pt x="527" y="0"/>
                    <a:pt x="0" y="552"/>
                    <a:pt x="0" y="1203"/>
                  </a:cubicBezTo>
                  <a:lnTo>
                    <a:pt x="0" y="7494"/>
                  </a:lnTo>
                  <a:cubicBezTo>
                    <a:pt x="0" y="8146"/>
                    <a:pt x="527" y="8697"/>
                    <a:pt x="1203" y="8697"/>
                  </a:cubicBezTo>
                  <a:lnTo>
                    <a:pt x="37670" y="8697"/>
                  </a:lnTo>
                  <a:cubicBezTo>
                    <a:pt x="38321" y="8697"/>
                    <a:pt x="38873" y="8146"/>
                    <a:pt x="38873" y="7494"/>
                  </a:cubicBezTo>
                  <a:lnTo>
                    <a:pt x="38873" y="1203"/>
                  </a:lnTo>
                  <a:cubicBezTo>
                    <a:pt x="38873" y="552"/>
                    <a:pt x="38321" y="0"/>
                    <a:pt x="37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345;p46">
              <a:extLst>
                <a:ext uri="{FF2B5EF4-FFF2-40B4-BE49-F238E27FC236}">
                  <a16:creationId xmlns:a16="http://schemas.microsoft.com/office/drawing/2014/main" id="{11F42BF5-1045-3991-B43A-58288A654043}"/>
                </a:ext>
              </a:extLst>
            </p:cNvPr>
            <p:cNvSpPr/>
            <p:nvPr/>
          </p:nvSpPr>
          <p:spPr>
            <a:xfrm rot="-5400000">
              <a:off x="7496150" y="2374073"/>
              <a:ext cx="3644344" cy="815344"/>
            </a:xfrm>
            <a:custGeom>
              <a:avLst/>
              <a:gdLst/>
              <a:ahLst/>
              <a:cxnLst/>
              <a:rect l="l" t="t" r="r" b="b"/>
              <a:pathLst>
                <a:path w="38873" h="8697" fill="none" extrusionOk="0">
                  <a:moveTo>
                    <a:pt x="37670" y="8697"/>
                  </a:moveTo>
                  <a:lnTo>
                    <a:pt x="1203" y="8697"/>
                  </a:lnTo>
                  <a:cubicBezTo>
                    <a:pt x="527" y="8697"/>
                    <a:pt x="0" y="8146"/>
                    <a:pt x="0" y="7494"/>
                  </a:cubicBezTo>
                  <a:lnTo>
                    <a:pt x="0" y="1203"/>
                  </a:lnTo>
                  <a:cubicBezTo>
                    <a:pt x="0" y="552"/>
                    <a:pt x="527" y="0"/>
                    <a:pt x="1203" y="0"/>
                  </a:cubicBezTo>
                  <a:lnTo>
                    <a:pt x="37670" y="0"/>
                  </a:lnTo>
                  <a:cubicBezTo>
                    <a:pt x="38321" y="0"/>
                    <a:pt x="38873" y="552"/>
                    <a:pt x="38873" y="1203"/>
                  </a:cubicBezTo>
                  <a:lnTo>
                    <a:pt x="38873" y="7494"/>
                  </a:lnTo>
                  <a:cubicBezTo>
                    <a:pt x="38873" y="8146"/>
                    <a:pt x="38321" y="8697"/>
                    <a:pt x="37670" y="8697"/>
                  </a:cubicBezTo>
                  <a:close/>
                </a:path>
              </a:pathLst>
            </a:custGeom>
            <a:noFill/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346;p46">
              <a:extLst>
                <a:ext uri="{FF2B5EF4-FFF2-40B4-BE49-F238E27FC236}">
                  <a16:creationId xmlns:a16="http://schemas.microsoft.com/office/drawing/2014/main" id="{0BD593B3-518C-95AD-3FA0-9E65E161FAE6}"/>
                </a:ext>
              </a:extLst>
            </p:cNvPr>
            <p:cNvSpPr/>
            <p:nvPr/>
          </p:nvSpPr>
          <p:spPr>
            <a:xfrm rot="-5400000">
              <a:off x="7484338" y="2587822"/>
              <a:ext cx="3649125" cy="900000"/>
            </a:xfrm>
            <a:custGeom>
              <a:avLst/>
              <a:gdLst/>
              <a:ahLst/>
              <a:cxnLst/>
              <a:rect l="l" t="t" r="r" b="b"/>
              <a:pathLst>
                <a:path w="38924" h="9600" extrusionOk="0">
                  <a:moveTo>
                    <a:pt x="1680" y="1"/>
                  </a:moveTo>
                  <a:cubicBezTo>
                    <a:pt x="752" y="1"/>
                    <a:pt x="1" y="778"/>
                    <a:pt x="1" y="1705"/>
                  </a:cubicBezTo>
                  <a:lnTo>
                    <a:pt x="1" y="7921"/>
                  </a:lnTo>
                  <a:cubicBezTo>
                    <a:pt x="1" y="8848"/>
                    <a:pt x="752" y="9600"/>
                    <a:pt x="1680" y="9600"/>
                  </a:cubicBezTo>
                  <a:lnTo>
                    <a:pt x="37720" y="9600"/>
                  </a:lnTo>
                  <a:cubicBezTo>
                    <a:pt x="38397" y="9600"/>
                    <a:pt x="38923" y="9074"/>
                    <a:pt x="38923" y="8397"/>
                  </a:cubicBezTo>
                  <a:lnTo>
                    <a:pt x="38923" y="1"/>
                  </a:lnTo>
                  <a:close/>
                </a:path>
              </a:pathLst>
            </a:custGeom>
            <a:solidFill>
              <a:srgbClr val="59C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347;p46">
              <a:extLst>
                <a:ext uri="{FF2B5EF4-FFF2-40B4-BE49-F238E27FC236}">
                  <a16:creationId xmlns:a16="http://schemas.microsoft.com/office/drawing/2014/main" id="{3D3CB836-87AE-A64B-C9A9-CA8D73153CFD}"/>
                </a:ext>
              </a:extLst>
            </p:cNvPr>
            <p:cNvSpPr/>
            <p:nvPr/>
          </p:nvSpPr>
          <p:spPr>
            <a:xfrm rot="-5400000">
              <a:off x="8452400" y="3511261"/>
              <a:ext cx="1781156" cy="94"/>
            </a:xfrm>
            <a:custGeom>
              <a:avLst/>
              <a:gdLst/>
              <a:ahLst/>
              <a:cxnLst/>
              <a:rect l="l" t="t" r="r" b="b"/>
              <a:pathLst>
                <a:path w="18999" h="1" fill="none" extrusionOk="0">
                  <a:moveTo>
                    <a:pt x="1" y="1"/>
                  </a:moveTo>
                  <a:lnTo>
                    <a:pt x="18998" y="1"/>
                  </a:lnTo>
                </a:path>
              </a:pathLst>
            </a:custGeom>
            <a:noFill/>
            <a:ln w="31325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348;p46">
              <a:extLst>
                <a:ext uri="{FF2B5EF4-FFF2-40B4-BE49-F238E27FC236}">
                  <a16:creationId xmlns:a16="http://schemas.microsoft.com/office/drawing/2014/main" id="{BFD78EB6-19FE-1673-ECCD-6A5FC126CE33}"/>
                </a:ext>
              </a:extLst>
            </p:cNvPr>
            <p:cNvSpPr/>
            <p:nvPr/>
          </p:nvSpPr>
          <p:spPr>
            <a:xfrm rot="-5400000">
              <a:off x="9169072" y="1657409"/>
              <a:ext cx="317344" cy="317250"/>
            </a:xfrm>
            <a:custGeom>
              <a:avLst/>
              <a:gdLst/>
              <a:ahLst/>
              <a:cxnLst/>
              <a:rect l="l" t="t" r="r" b="b"/>
              <a:pathLst>
                <a:path w="3385" h="3384" extrusionOk="0">
                  <a:moveTo>
                    <a:pt x="1680" y="0"/>
                  </a:moveTo>
                  <a:cubicBezTo>
                    <a:pt x="753" y="0"/>
                    <a:pt x="1" y="777"/>
                    <a:pt x="1" y="1704"/>
                  </a:cubicBezTo>
                  <a:cubicBezTo>
                    <a:pt x="1" y="2632"/>
                    <a:pt x="753" y="3384"/>
                    <a:pt x="1680" y="3384"/>
                  </a:cubicBezTo>
                  <a:cubicBezTo>
                    <a:pt x="2632" y="3384"/>
                    <a:pt x="3384" y="2632"/>
                    <a:pt x="3384" y="1704"/>
                  </a:cubicBezTo>
                  <a:cubicBezTo>
                    <a:pt x="3384" y="777"/>
                    <a:pt x="2632" y="0"/>
                    <a:pt x="16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349;p46">
            <a:extLst>
              <a:ext uri="{FF2B5EF4-FFF2-40B4-BE49-F238E27FC236}">
                <a16:creationId xmlns:a16="http://schemas.microsoft.com/office/drawing/2014/main" id="{68E1F625-B155-CBC1-48A7-971DBCD06965}"/>
              </a:ext>
            </a:extLst>
          </p:cNvPr>
          <p:cNvGrpSpPr/>
          <p:nvPr/>
        </p:nvGrpSpPr>
        <p:grpSpPr>
          <a:xfrm rot="-899759">
            <a:off x="7112907" y="2878338"/>
            <a:ext cx="390954" cy="1695356"/>
            <a:chOff x="8858901" y="959573"/>
            <a:chExt cx="900000" cy="3902811"/>
          </a:xfrm>
        </p:grpSpPr>
        <p:sp>
          <p:nvSpPr>
            <p:cNvPr id="145" name="Google Shape;1350;p46">
              <a:extLst>
                <a:ext uri="{FF2B5EF4-FFF2-40B4-BE49-F238E27FC236}">
                  <a16:creationId xmlns:a16="http://schemas.microsoft.com/office/drawing/2014/main" id="{C9D1A90C-F38B-74B3-7EE4-DE7C71CF95DD}"/>
                </a:ext>
              </a:extLst>
            </p:cNvPr>
            <p:cNvSpPr/>
            <p:nvPr/>
          </p:nvSpPr>
          <p:spPr>
            <a:xfrm rot="-5400000">
              <a:off x="7496150" y="2374073"/>
              <a:ext cx="3644344" cy="815344"/>
            </a:xfrm>
            <a:custGeom>
              <a:avLst/>
              <a:gdLst/>
              <a:ahLst/>
              <a:cxnLst/>
              <a:rect l="l" t="t" r="r" b="b"/>
              <a:pathLst>
                <a:path w="38873" h="8697" extrusionOk="0">
                  <a:moveTo>
                    <a:pt x="1203" y="0"/>
                  </a:moveTo>
                  <a:cubicBezTo>
                    <a:pt x="527" y="0"/>
                    <a:pt x="0" y="552"/>
                    <a:pt x="0" y="1203"/>
                  </a:cubicBezTo>
                  <a:lnTo>
                    <a:pt x="0" y="7494"/>
                  </a:lnTo>
                  <a:cubicBezTo>
                    <a:pt x="0" y="8146"/>
                    <a:pt x="527" y="8697"/>
                    <a:pt x="1203" y="8697"/>
                  </a:cubicBezTo>
                  <a:lnTo>
                    <a:pt x="37670" y="8697"/>
                  </a:lnTo>
                  <a:cubicBezTo>
                    <a:pt x="38321" y="8697"/>
                    <a:pt x="38873" y="8146"/>
                    <a:pt x="38873" y="7494"/>
                  </a:cubicBezTo>
                  <a:lnTo>
                    <a:pt x="38873" y="1203"/>
                  </a:lnTo>
                  <a:cubicBezTo>
                    <a:pt x="38873" y="552"/>
                    <a:pt x="38321" y="0"/>
                    <a:pt x="37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351;p46">
              <a:extLst>
                <a:ext uri="{FF2B5EF4-FFF2-40B4-BE49-F238E27FC236}">
                  <a16:creationId xmlns:a16="http://schemas.microsoft.com/office/drawing/2014/main" id="{B26AE60D-C5D6-3A43-5700-E398989A0BCC}"/>
                </a:ext>
              </a:extLst>
            </p:cNvPr>
            <p:cNvSpPr/>
            <p:nvPr/>
          </p:nvSpPr>
          <p:spPr>
            <a:xfrm rot="-5400000">
              <a:off x="7496150" y="2374073"/>
              <a:ext cx="3644344" cy="815344"/>
            </a:xfrm>
            <a:custGeom>
              <a:avLst/>
              <a:gdLst/>
              <a:ahLst/>
              <a:cxnLst/>
              <a:rect l="l" t="t" r="r" b="b"/>
              <a:pathLst>
                <a:path w="38873" h="8697" fill="none" extrusionOk="0">
                  <a:moveTo>
                    <a:pt x="37670" y="8697"/>
                  </a:moveTo>
                  <a:lnTo>
                    <a:pt x="1203" y="8697"/>
                  </a:lnTo>
                  <a:cubicBezTo>
                    <a:pt x="527" y="8697"/>
                    <a:pt x="0" y="8146"/>
                    <a:pt x="0" y="7494"/>
                  </a:cubicBezTo>
                  <a:lnTo>
                    <a:pt x="0" y="1203"/>
                  </a:lnTo>
                  <a:cubicBezTo>
                    <a:pt x="0" y="552"/>
                    <a:pt x="527" y="0"/>
                    <a:pt x="1203" y="0"/>
                  </a:cubicBezTo>
                  <a:lnTo>
                    <a:pt x="37670" y="0"/>
                  </a:lnTo>
                  <a:cubicBezTo>
                    <a:pt x="38321" y="0"/>
                    <a:pt x="38873" y="552"/>
                    <a:pt x="38873" y="1203"/>
                  </a:cubicBezTo>
                  <a:lnTo>
                    <a:pt x="38873" y="7494"/>
                  </a:lnTo>
                  <a:cubicBezTo>
                    <a:pt x="38873" y="8146"/>
                    <a:pt x="38321" y="8697"/>
                    <a:pt x="37670" y="8697"/>
                  </a:cubicBezTo>
                  <a:close/>
                </a:path>
              </a:pathLst>
            </a:custGeom>
            <a:noFill/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352;p46">
              <a:extLst>
                <a:ext uri="{FF2B5EF4-FFF2-40B4-BE49-F238E27FC236}">
                  <a16:creationId xmlns:a16="http://schemas.microsoft.com/office/drawing/2014/main" id="{3A826325-50FB-3E8F-01C6-8D61D63C4292}"/>
                </a:ext>
              </a:extLst>
            </p:cNvPr>
            <p:cNvSpPr/>
            <p:nvPr/>
          </p:nvSpPr>
          <p:spPr>
            <a:xfrm rot="-5400000">
              <a:off x="7484338" y="2587822"/>
              <a:ext cx="3649125" cy="900000"/>
            </a:xfrm>
            <a:custGeom>
              <a:avLst/>
              <a:gdLst/>
              <a:ahLst/>
              <a:cxnLst/>
              <a:rect l="l" t="t" r="r" b="b"/>
              <a:pathLst>
                <a:path w="38924" h="9600" extrusionOk="0">
                  <a:moveTo>
                    <a:pt x="1680" y="1"/>
                  </a:moveTo>
                  <a:cubicBezTo>
                    <a:pt x="752" y="1"/>
                    <a:pt x="1" y="778"/>
                    <a:pt x="1" y="1705"/>
                  </a:cubicBezTo>
                  <a:lnTo>
                    <a:pt x="1" y="7921"/>
                  </a:lnTo>
                  <a:cubicBezTo>
                    <a:pt x="1" y="8848"/>
                    <a:pt x="752" y="9600"/>
                    <a:pt x="1680" y="9600"/>
                  </a:cubicBezTo>
                  <a:lnTo>
                    <a:pt x="37720" y="9600"/>
                  </a:lnTo>
                  <a:cubicBezTo>
                    <a:pt x="38397" y="9600"/>
                    <a:pt x="38923" y="9074"/>
                    <a:pt x="38923" y="8397"/>
                  </a:cubicBezTo>
                  <a:lnTo>
                    <a:pt x="389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353;p46">
              <a:extLst>
                <a:ext uri="{FF2B5EF4-FFF2-40B4-BE49-F238E27FC236}">
                  <a16:creationId xmlns:a16="http://schemas.microsoft.com/office/drawing/2014/main" id="{D99DF8F3-5362-98EC-A6AF-D83039EDAD93}"/>
                </a:ext>
              </a:extLst>
            </p:cNvPr>
            <p:cNvSpPr/>
            <p:nvPr/>
          </p:nvSpPr>
          <p:spPr>
            <a:xfrm rot="-5400000">
              <a:off x="8452400" y="3511261"/>
              <a:ext cx="1781156" cy="94"/>
            </a:xfrm>
            <a:custGeom>
              <a:avLst/>
              <a:gdLst/>
              <a:ahLst/>
              <a:cxnLst/>
              <a:rect l="l" t="t" r="r" b="b"/>
              <a:pathLst>
                <a:path w="18999" h="1" fill="none" extrusionOk="0">
                  <a:moveTo>
                    <a:pt x="1" y="1"/>
                  </a:moveTo>
                  <a:lnTo>
                    <a:pt x="18998" y="1"/>
                  </a:lnTo>
                </a:path>
              </a:pathLst>
            </a:custGeom>
            <a:noFill/>
            <a:ln w="31325" cap="flat" cmpd="sng">
              <a:solidFill>
                <a:schemeClr val="lt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354;p46">
              <a:extLst>
                <a:ext uri="{FF2B5EF4-FFF2-40B4-BE49-F238E27FC236}">
                  <a16:creationId xmlns:a16="http://schemas.microsoft.com/office/drawing/2014/main" id="{79146A24-A241-961C-774F-8A4CECDAD168}"/>
                </a:ext>
              </a:extLst>
            </p:cNvPr>
            <p:cNvSpPr/>
            <p:nvPr/>
          </p:nvSpPr>
          <p:spPr>
            <a:xfrm rot="-5400000">
              <a:off x="9169072" y="1657409"/>
              <a:ext cx="317344" cy="317250"/>
            </a:xfrm>
            <a:custGeom>
              <a:avLst/>
              <a:gdLst/>
              <a:ahLst/>
              <a:cxnLst/>
              <a:rect l="l" t="t" r="r" b="b"/>
              <a:pathLst>
                <a:path w="3385" h="3384" extrusionOk="0">
                  <a:moveTo>
                    <a:pt x="1680" y="0"/>
                  </a:moveTo>
                  <a:cubicBezTo>
                    <a:pt x="753" y="0"/>
                    <a:pt x="1" y="777"/>
                    <a:pt x="1" y="1704"/>
                  </a:cubicBezTo>
                  <a:cubicBezTo>
                    <a:pt x="1" y="2632"/>
                    <a:pt x="753" y="3384"/>
                    <a:pt x="1680" y="3384"/>
                  </a:cubicBezTo>
                  <a:cubicBezTo>
                    <a:pt x="2632" y="3384"/>
                    <a:pt x="3384" y="2632"/>
                    <a:pt x="3384" y="1704"/>
                  </a:cubicBezTo>
                  <a:cubicBezTo>
                    <a:pt x="3384" y="777"/>
                    <a:pt x="2632" y="0"/>
                    <a:pt x="16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" name="Google Shape;1355;p46">
            <a:extLst>
              <a:ext uri="{FF2B5EF4-FFF2-40B4-BE49-F238E27FC236}">
                <a16:creationId xmlns:a16="http://schemas.microsoft.com/office/drawing/2014/main" id="{4F7D2E87-E449-DCC7-F4EF-487CE7CE3971}"/>
              </a:ext>
            </a:extLst>
          </p:cNvPr>
          <p:cNvGrpSpPr/>
          <p:nvPr/>
        </p:nvGrpSpPr>
        <p:grpSpPr>
          <a:xfrm>
            <a:off x="4744809" y="3351245"/>
            <a:ext cx="2410419" cy="1244160"/>
            <a:chOff x="-3637450" y="817043"/>
            <a:chExt cx="3181231" cy="1642022"/>
          </a:xfrm>
        </p:grpSpPr>
        <p:sp>
          <p:nvSpPr>
            <p:cNvPr id="151" name="Google Shape;1356;p46">
              <a:extLst>
                <a:ext uri="{FF2B5EF4-FFF2-40B4-BE49-F238E27FC236}">
                  <a16:creationId xmlns:a16="http://schemas.microsoft.com/office/drawing/2014/main" id="{AF41D45B-D647-CC0D-9DAC-80F559B0A6AA}"/>
                </a:ext>
              </a:extLst>
            </p:cNvPr>
            <p:cNvSpPr/>
            <p:nvPr/>
          </p:nvSpPr>
          <p:spPr>
            <a:xfrm>
              <a:off x="-3466763" y="817043"/>
              <a:ext cx="2839862" cy="1607280"/>
            </a:xfrm>
            <a:custGeom>
              <a:avLst/>
              <a:gdLst/>
              <a:ahLst/>
              <a:cxnLst/>
              <a:rect l="l" t="t" r="r" b="b"/>
              <a:pathLst>
                <a:path w="47119" h="26668" extrusionOk="0">
                  <a:moveTo>
                    <a:pt x="1404" y="0"/>
                  </a:moveTo>
                  <a:cubicBezTo>
                    <a:pt x="627" y="0"/>
                    <a:pt x="1" y="627"/>
                    <a:pt x="1" y="1379"/>
                  </a:cubicBezTo>
                  <a:lnTo>
                    <a:pt x="1" y="25264"/>
                  </a:lnTo>
                  <a:cubicBezTo>
                    <a:pt x="1" y="26041"/>
                    <a:pt x="627" y="26667"/>
                    <a:pt x="1404" y="26667"/>
                  </a:cubicBezTo>
                  <a:lnTo>
                    <a:pt x="45715" y="26667"/>
                  </a:lnTo>
                  <a:cubicBezTo>
                    <a:pt x="46492" y="26667"/>
                    <a:pt x="47119" y="26041"/>
                    <a:pt x="47119" y="25264"/>
                  </a:cubicBezTo>
                  <a:lnTo>
                    <a:pt x="47119" y="1379"/>
                  </a:lnTo>
                  <a:cubicBezTo>
                    <a:pt x="47119" y="627"/>
                    <a:pt x="46492" y="0"/>
                    <a:pt x="45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357;p46">
              <a:extLst>
                <a:ext uri="{FF2B5EF4-FFF2-40B4-BE49-F238E27FC236}">
                  <a16:creationId xmlns:a16="http://schemas.microsoft.com/office/drawing/2014/main" id="{8747B8F7-7DB1-4958-41CA-8145CCCEE04C}"/>
                </a:ext>
              </a:extLst>
            </p:cNvPr>
            <p:cNvSpPr/>
            <p:nvPr/>
          </p:nvSpPr>
          <p:spPr>
            <a:xfrm>
              <a:off x="-3637450" y="2356305"/>
              <a:ext cx="3181231" cy="102760"/>
            </a:xfrm>
            <a:custGeom>
              <a:avLst/>
              <a:gdLst/>
              <a:ahLst/>
              <a:cxnLst/>
              <a:rect l="l" t="t" r="r" b="b"/>
              <a:pathLst>
                <a:path w="52783" h="1705" extrusionOk="0">
                  <a:moveTo>
                    <a:pt x="402" y="0"/>
                  </a:moveTo>
                  <a:cubicBezTo>
                    <a:pt x="176" y="0"/>
                    <a:pt x="1" y="176"/>
                    <a:pt x="1" y="401"/>
                  </a:cubicBezTo>
                  <a:lnTo>
                    <a:pt x="1" y="1304"/>
                  </a:lnTo>
                  <a:cubicBezTo>
                    <a:pt x="1" y="1529"/>
                    <a:pt x="176" y="1705"/>
                    <a:pt x="402" y="1705"/>
                  </a:cubicBezTo>
                  <a:lnTo>
                    <a:pt x="52382" y="1705"/>
                  </a:lnTo>
                  <a:cubicBezTo>
                    <a:pt x="52608" y="1705"/>
                    <a:pt x="52783" y="1529"/>
                    <a:pt x="52783" y="1304"/>
                  </a:cubicBezTo>
                  <a:lnTo>
                    <a:pt x="52783" y="401"/>
                  </a:lnTo>
                  <a:cubicBezTo>
                    <a:pt x="52783" y="176"/>
                    <a:pt x="52608" y="0"/>
                    <a:pt x="5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358;p46">
              <a:extLst>
                <a:ext uri="{FF2B5EF4-FFF2-40B4-BE49-F238E27FC236}">
                  <a16:creationId xmlns:a16="http://schemas.microsoft.com/office/drawing/2014/main" id="{17E07D6E-0072-97B6-75E0-1FA1FC76202F}"/>
                </a:ext>
              </a:extLst>
            </p:cNvPr>
            <p:cNvSpPr/>
            <p:nvPr/>
          </p:nvSpPr>
          <p:spPr>
            <a:xfrm>
              <a:off x="-3397271" y="962055"/>
              <a:ext cx="2702447" cy="1315754"/>
            </a:xfrm>
            <a:custGeom>
              <a:avLst/>
              <a:gdLst/>
              <a:ahLst/>
              <a:cxnLst/>
              <a:rect l="l" t="t" r="r" b="b"/>
              <a:pathLst>
                <a:path w="44839" h="21831" extrusionOk="0">
                  <a:moveTo>
                    <a:pt x="1" y="0"/>
                  </a:moveTo>
                  <a:lnTo>
                    <a:pt x="1" y="21830"/>
                  </a:lnTo>
                  <a:lnTo>
                    <a:pt x="44838" y="21830"/>
                  </a:lnTo>
                  <a:lnTo>
                    <a:pt x="448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359;p46">
              <a:extLst>
                <a:ext uri="{FF2B5EF4-FFF2-40B4-BE49-F238E27FC236}">
                  <a16:creationId xmlns:a16="http://schemas.microsoft.com/office/drawing/2014/main" id="{7CCA5CE5-A8DF-11E6-63E2-F09304719CBA}"/>
                </a:ext>
              </a:extLst>
            </p:cNvPr>
            <p:cNvSpPr/>
            <p:nvPr/>
          </p:nvSpPr>
          <p:spPr>
            <a:xfrm>
              <a:off x="-3176740" y="1176560"/>
              <a:ext cx="412488" cy="412428"/>
            </a:xfrm>
            <a:custGeom>
              <a:avLst/>
              <a:gdLst/>
              <a:ahLst/>
              <a:cxnLst/>
              <a:rect l="l" t="t" r="r" b="b"/>
              <a:pathLst>
                <a:path w="6844" h="6843" extrusionOk="0">
                  <a:moveTo>
                    <a:pt x="1" y="0"/>
                  </a:moveTo>
                  <a:lnTo>
                    <a:pt x="1" y="6843"/>
                  </a:lnTo>
                  <a:lnTo>
                    <a:pt x="6843" y="6843"/>
                  </a:lnTo>
                  <a:lnTo>
                    <a:pt x="6843" y="0"/>
                  </a:lnTo>
                  <a:close/>
                </a:path>
              </a:pathLst>
            </a:custGeom>
            <a:solidFill>
              <a:srgbClr val="099CE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360;p46">
              <a:extLst>
                <a:ext uri="{FF2B5EF4-FFF2-40B4-BE49-F238E27FC236}">
                  <a16:creationId xmlns:a16="http://schemas.microsoft.com/office/drawing/2014/main" id="{0EBCEA46-5158-4011-4FD1-2FEE4505ECB7}"/>
                </a:ext>
              </a:extLst>
            </p:cNvPr>
            <p:cNvSpPr/>
            <p:nvPr/>
          </p:nvSpPr>
          <p:spPr>
            <a:xfrm>
              <a:off x="-2658592" y="1176560"/>
              <a:ext cx="705460" cy="1025735"/>
            </a:xfrm>
            <a:custGeom>
              <a:avLst/>
              <a:gdLst/>
              <a:ahLst/>
              <a:cxnLst/>
              <a:rect l="l" t="t" r="r" b="b"/>
              <a:pathLst>
                <a:path w="11705" h="17019" extrusionOk="0">
                  <a:moveTo>
                    <a:pt x="0" y="0"/>
                  </a:moveTo>
                  <a:lnTo>
                    <a:pt x="0" y="17018"/>
                  </a:lnTo>
                  <a:lnTo>
                    <a:pt x="11705" y="17018"/>
                  </a:lnTo>
                  <a:lnTo>
                    <a:pt x="11705" y="0"/>
                  </a:lnTo>
                  <a:close/>
                </a:path>
              </a:pathLst>
            </a:custGeom>
            <a:solidFill>
              <a:srgbClr val="59C0F9"/>
            </a:solidFill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361;p46">
              <a:extLst>
                <a:ext uri="{FF2B5EF4-FFF2-40B4-BE49-F238E27FC236}">
                  <a16:creationId xmlns:a16="http://schemas.microsoft.com/office/drawing/2014/main" id="{04800E22-1D9A-2122-2169-8138EA501F11}"/>
                </a:ext>
              </a:extLst>
            </p:cNvPr>
            <p:cNvSpPr/>
            <p:nvPr/>
          </p:nvSpPr>
          <p:spPr>
            <a:xfrm>
              <a:off x="-3172159" y="1685609"/>
              <a:ext cx="406340" cy="60"/>
            </a:xfrm>
            <a:custGeom>
              <a:avLst/>
              <a:gdLst/>
              <a:ahLst/>
              <a:cxnLst/>
              <a:rect l="l" t="t" r="r" b="b"/>
              <a:pathLst>
                <a:path w="6742" h="1" extrusionOk="0">
                  <a:moveTo>
                    <a:pt x="0" y="1"/>
                  </a:moveTo>
                  <a:lnTo>
                    <a:pt x="6742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362;p46">
              <a:extLst>
                <a:ext uri="{FF2B5EF4-FFF2-40B4-BE49-F238E27FC236}">
                  <a16:creationId xmlns:a16="http://schemas.microsoft.com/office/drawing/2014/main" id="{E24F72FF-80F6-3A83-E9EA-66633F32E0D7}"/>
                </a:ext>
              </a:extLst>
            </p:cNvPr>
            <p:cNvSpPr/>
            <p:nvPr/>
          </p:nvSpPr>
          <p:spPr>
            <a:xfrm>
              <a:off x="-3172159" y="1685609"/>
              <a:ext cx="406340" cy="60"/>
            </a:xfrm>
            <a:custGeom>
              <a:avLst/>
              <a:gdLst/>
              <a:ahLst/>
              <a:cxnLst/>
              <a:rect l="l" t="t" r="r" b="b"/>
              <a:pathLst>
                <a:path w="6742" h="1" fill="none" extrusionOk="0">
                  <a:moveTo>
                    <a:pt x="0" y="1"/>
                  </a:moveTo>
                  <a:lnTo>
                    <a:pt x="6742" y="1"/>
                  </a:lnTo>
                </a:path>
              </a:pathLst>
            </a:custGeom>
            <a:noFill/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363;p46">
              <a:extLst>
                <a:ext uri="{FF2B5EF4-FFF2-40B4-BE49-F238E27FC236}">
                  <a16:creationId xmlns:a16="http://schemas.microsoft.com/office/drawing/2014/main" id="{0EE951CA-0922-D3EB-DEB6-2409EC5839A0}"/>
                </a:ext>
              </a:extLst>
            </p:cNvPr>
            <p:cNvSpPr/>
            <p:nvPr/>
          </p:nvSpPr>
          <p:spPr>
            <a:xfrm>
              <a:off x="-3172159" y="1749074"/>
              <a:ext cx="406340" cy="60"/>
            </a:xfrm>
            <a:custGeom>
              <a:avLst/>
              <a:gdLst/>
              <a:ahLst/>
              <a:cxnLst/>
              <a:rect l="l" t="t" r="r" b="b"/>
              <a:pathLst>
                <a:path w="6742" h="1" extrusionOk="0">
                  <a:moveTo>
                    <a:pt x="0" y="0"/>
                  </a:moveTo>
                  <a:lnTo>
                    <a:pt x="6742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364;p46">
              <a:extLst>
                <a:ext uri="{FF2B5EF4-FFF2-40B4-BE49-F238E27FC236}">
                  <a16:creationId xmlns:a16="http://schemas.microsoft.com/office/drawing/2014/main" id="{79B44B4A-2AD8-ABD8-C331-61849A6613F8}"/>
                </a:ext>
              </a:extLst>
            </p:cNvPr>
            <p:cNvSpPr/>
            <p:nvPr/>
          </p:nvSpPr>
          <p:spPr>
            <a:xfrm>
              <a:off x="-3172159" y="1749074"/>
              <a:ext cx="406340" cy="60"/>
            </a:xfrm>
            <a:custGeom>
              <a:avLst/>
              <a:gdLst/>
              <a:ahLst/>
              <a:cxnLst/>
              <a:rect l="l" t="t" r="r" b="b"/>
              <a:pathLst>
                <a:path w="6742" h="1" fill="none" extrusionOk="0">
                  <a:moveTo>
                    <a:pt x="0" y="0"/>
                  </a:moveTo>
                  <a:lnTo>
                    <a:pt x="6742" y="0"/>
                  </a:lnTo>
                </a:path>
              </a:pathLst>
            </a:custGeom>
            <a:noFill/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365;p46">
              <a:extLst>
                <a:ext uri="{FF2B5EF4-FFF2-40B4-BE49-F238E27FC236}">
                  <a16:creationId xmlns:a16="http://schemas.microsoft.com/office/drawing/2014/main" id="{FB2E97A2-B98C-1407-0346-33A4B2A111E6}"/>
                </a:ext>
              </a:extLst>
            </p:cNvPr>
            <p:cNvSpPr/>
            <p:nvPr/>
          </p:nvSpPr>
          <p:spPr>
            <a:xfrm>
              <a:off x="-3172159" y="1813986"/>
              <a:ext cx="406340" cy="60"/>
            </a:xfrm>
            <a:custGeom>
              <a:avLst/>
              <a:gdLst/>
              <a:ahLst/>
              <a:cxnLst/>
              <a:rect l="l" t="t" r="r" b="b"/>
              <a:pathLst>
                <a:path w="6742" h="1" extrusionOk="0">
                  <a:moveTo>
                    <a:pt x="0" y="1"/>
                  </a:moveTo>
                  <a:lnTo>
                    <a:pt x="6742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366;p46">
              <a:extLst>
                <a:ext uri="{FF2B5EF4-FFF2-40B4-BE49-F238E27FC236}">
                  <a16:creationId xmlns:a16="http://schemas.microsoft.com/office/drawing/2014/main" id="{49BAB7A2-BAF7-E3DF-7D8E-39133FC0B8D4}"/>
                </a:ext>
              </a:extLst>
            </p:cNvPr>
            <p:cNvSpPr/>
            <p:nvPr/>
          </p:nvSpPr>
          <p:spPr>
            <a:xfrm>
              <a:off x="-3172159" y="1813986"/>
              <a:ext cx="406340" cy="60"/>
            </a:xfrm>
            <a:custGeom>
              <a:avLst/>
              <a:gdLst/>
              <a:ahLst/>
              <a:cxnLst/>
              <a:rect l="l" t="t" r="r" b="b"/>
              <a:pathLst>
                <a:path w="6742" h="1" fill="none" extrusionOk="0">
                  <a:moveTo>
                    <a:pt x="0" y="1"/>
                  </a:moveTo>
                  <a:lnTo>
                    <a:pt x="6742" y="1"/>
                  </a:lnTo>
                </a:path>
              </a:pathLst>
            </a:custGeom>
            <a:noFill/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367;p46">
              <a:extLst>
                <a:ext uri="{FF2B5EF4-FFF2-40B4-BE49-F238E27FC236}">
                  <a16:creationId xmlns:a16="http://schemas.microsoft.com/office/drawing/2014/main" id="{AFD9D5AB-14EE-45BA-C1B3-1B46FBD933EF}"/>
                </a:ext>
              </a:extLst>
            </p:cNvPr>
            <p:cNvSpPr/>
            <p:nvPr/>
          </p:nvSpPr>
          <p:spPr>
            <a:xfrm>
              <a:off x="-1823238" y="1241532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extrusionOk="0">
                  <a:moveTo>
                    <a:pt x="0" y="0"/>
                  </a:moveTo>
                  <a:lnTo>
                    <a:pt x="1533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368;p46">
              <a:extLst>
                <a:ext uri="{FF2B5EF4-FFF2-40B4-BE49-F238E27FC236}">
                  <a16:creationId xmlns:a16="http://schemas.microsoft.com/office/drawing/2014/main" id="{D71A2BD9-D463-A3CB-FB7F-2D65F8202F6C}"/>
                </a:ext>
              </a:extLst>
            </p:cNvPr>
            <p:cNvSpPr/>
            <p:nvPr/>
          </p:nvSpPr>
          <p:spPr>
            <a:xfrm>
              <a:off x="-1823238" y="1241532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fill="none" extrusionOk="0">
                  <a:moveTo>
                    <a:pt x="0" y="0"/>
                  </a:moveTo>
                  <a:lnTo>
                    <a:pt x="15339" y="0"/>
                  </a:lnTo>
                </a:path>
              </a:pathLst>
            </a:custGeom>
            <a:solidFill>
              <a:schemeClr val="dk1"/>
            </a:solidFill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369;p46">
              <a:extLst>
                <a:ext uri="{FF2B5EF4-FFF2-40B4-BE49-F238E27FC236}">
                  <a16:creationId xmlns:a16="http://schemas.microsoft.com/office/drawing/2014/main" id="{53E936B3-1C18-2205-F4AE-DBB891AB3231}"/>
                </a:ext>
              </a:extLst>
            </p:cNvPr>
            <p:cNvSpPr/>
            <p:nvPr/>
          </p:nvSpPr>
          <p:spPr>
            <a:xfrm>
              <a:off x="-1823238" y="1371416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extrusionOk="0">
                  <a:moveTo>
                    <a:pt x="0" y="0"/>
                  </a:moveTo>
                  <a:lnTo>
                    <a:pt x="1533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370;p46">
              <a:extLst>
                <a:ext uri="{FF2B5EF4-FFF2-40B4-BE49-F238E27FC236}">
                  <a16:creationId xmlns:a16="http://schemas.microsoft.com/office/drawing/2014/main" id="{8617163A-F5FD-FCDF-6AD4-BFF848974983}"/>
                </a:ext>
              </a:extLst>
            </p:cNvPr>
            <p:cNvSpPr/>
            <p:nvPr/>
          </p:nvSpPr>
          <p:spPr>
            <a:xfrm>
              <a:off x="-1823238" y="1371416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fill="none" extrusionOk="0">
                  <a:moveTo>
                    <a:pt x="0" y="0"/>
                  </a:moveTo>
                  <a:lnTo>
                    <a:pt x="15339" y="0"/>
                  </a:lnTo>
                </a:path>
              </a:pathLst>
            </a:custGeom>
            <a:solidFill>
              <a:schemeClr val="dk1"/>
            </a:solidFill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371;p46">
              <a:extLst>
                <a:ext uri="{FF2B5EF4-FFF2-40B4-BE49-F238E27FC236}">
                  <a16:creationId xmlns:a16="http://schemas.microsoft.com/office/drawing/2014/main" id="{390615E7-2EB6-900C-CDAA-364328FCF45F}"/>
                </a:ext>
              </a:extLst>
            </p:cNvPr>
            <p:cNvSpPr/>
            <p:nvPr/>
          </p:nvSpPr>
          <p:spPr>
            <a:xfrm>
              <a:off x="-1823238" y="1517935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extrusionOk="0">
                  <a:moveTo>
                    <a:pt x="0" y="1"/>
                  </a:moveTo>
                  <a:lnTo>
                    <a:pt x="15339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372;p46">
              <a:extLst>
                <a:ext uri="{FF2B5EF4-FFF2-40B4-BE49-F238E27FC236}">
                  <a16:creationId xmlns:a16="http://schemas.microsoft.com/office/drawing/2014/main" id="{357E3EFD-20D9-F48D-EBA8-04525E4ABFBA}"/>
                </a:ext>
              </a:extLst>
            </p:cNvPr>
            <p:cNvSpPr/>
            <p:nvPr/>
          </p:nvSpPr>
          <p:spPr>
            <a:xfrm>
              <a:off x="-1823238" y="1517935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fill="none" extrusionOk="0">
                  <a:moveTo>
                    <a:pt x="0" y="1"/>
                  </a:moveTo>
                  <a:lnTo>
                    <a:pt x="15339" y="1"/>
                  </a:lnTo>
                </a:path>
              </a:pathLst>
            </a:custGeom>
            <a:solidFill>
              <a:schemeClr val="dk1"/>
            </a:solidFill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373;p46">
              <a:extLst>
                <a:ext uri="{FF2B5EF4-FFF2-40B4-BE49-F238E27FC236}">
                  <a16:creationId xmlns:a16="http://schemas.microsoft.com/office/drawing/2014/main" id="{50D8C824-B7FB-2610-8B41-D898D82E4BA9}"/>
                </a:ext>
              </a:extLst>
            </p:cNvPr>
            <p:cNvSpPr/>
            <p:nvPr/>
          </p:nvSpPr>
          <p:spPr>
            <a:xfrm>
              <a:off x="-1823238" y="1647819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extrusionOk="0">
                  <a:moveTo>
                    <a:pt x="0" y="1"/>
                  </a:moveTo>
                  <a:lnTo>
                    <a:pt x="15339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374;p46">
              <a:extLst>
                <a:ext uri="{FF2B5EF4-FFF2-40B4-BE49-F238E27FC236}">
                  <a16:creationId xmlns:a16="http://schemas.microsoft.com/office/drawing/2014/main" id="{26FA6ACA-9515-53DF-3F1F-4F45A604DF38}"/>
                </a:ext>
              </a:extLst>
            </p:cNvPr>
            <p:cNvSpPr/>
            <p:nvPr/>
          </p:nvSpPr>
          <p:spPr>
            <a:xfrm>
              <a:off x="-1823238" y="1647819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fill="none" extrusionOk="0">
                  <a:moveTo>
                    <a:pt x="0" y="1"/>
                  </a:moveTo>
                  <a:lnTo>
                    <a:pt x="15339" y="1"/>
                  </a:lnTo>
                </a:path>
              </a:pathLst>
            </a:custGeom>
            <a:solidFill>
              <a:schemeClr val="dk1"/>
            </a:solidFill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375;p46">
              <a:extLst>
                <a:ext uri="{FF2B5EF4-FFF2-40B4-BE49-F238E27FC236}">
                  <a16:creationId xmlns:a16="http://schemas.microsoft.com/office/drawing/2014/main" id="{FCC938E9-F962-84BB-356E-019F81DECBA8}"/>
                </a:ext>
              </a:extLst>
            </p:cNvPr>
            <p:cNvSpPr/>
            <p:nvPr/>
          </p:nvSpPr>
          <p:spPr>
            <a:xfrm>
              <a:off x="-1823238" y="1795905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extrusionOk="0">
                  <a:moveTo>
                    <a:pt x="0" y="0"/>
                  </a:moveTo>
                  <a:lnTo>
                    <a:pt x="15339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376;p46">
              <a:extLst>
                <a:ext uri="{FF2B5EF4-FFF2-40B4-BE49-F238E27FC236}">
                  <a16:creationId xmlns:a16="http://schemas.microsoft.com/office/drawing/2014/main" id="{1A5BEEE9-6051-AC2A-2161-526171257915}"/>
                </a:ext>
              </a:extLst>
            </p:cNvPr>
            <p:cNvSpPr/>
            <p:nvPr/>
          </p:nvSpPr>
          <p:spPr>
            <a:xfrm>
              <a:off x="-1823238" y="1795905"/>
              <a:ext cx="924482" cy="60"/>
            </a:xfrm>
            <a:custGeom>
              <a:avLst/>
              <a:gdLst/>
              <a:ahLst/>
              <a:cxnLst/>
              <a:rect l="l" t="t" r="r" b="b"/>
              <a:pathLst>
                <a:path w="15339" h="1" fill="none" extrusionOk="0">
                  <a:moveTo>
                    <a:pt x="0" y="0"/>
                  </a:moveTo>
                  <a:lnTo>
                    <a:pt x="15339" y="0"/>
                  </a:lnTo>
                </a:path>
              </a:pathLst>
            </a:custGeom>
            <a:solidFill>
              <a:schemeClr val="dk1"/>
            </a:solidFill>
            <a:ln w="1065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F27477-BF44-0083-9AF2-823F9A26877B}"/>
              </a:ext>
            </a:extLst>
          </p:cNvPr>
          <p:cNvGrpSpPr/>
          <p:nvPr/>
        </p:nvGrpSpPr>
        <p:grpSpPr>
          <a:xfrm>
            <a:off x="5583451" y="3800270"/>
            <a:ext cx="340603" cy="334505"/>
            <a:chOff x="5125054" y="1684021"/>
            <a:chExt cx="2967386" cy="294954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4CCB4F3-9A52-D391-98CB-168F79056F58}"/>
                </a:ext>
              </a:extLst>
            </p:cNvPr>
            <p:cNvSpPr/>
            <p:nvPr/>
          </p:nvSpPr>
          <p:spPr>
            <a:xfrm>
              <a:off x="5125054" y="1684021"/>
              <a:ext cx="2967386" cy="2949540"/>
            </a:xfrm>
            <a:prstGeom prst="ellipse">
              <a:avLst/>
            </a:prstGeom>
            <a:solidFill>
              <a:srgbClr val="F7F7F7"/>
            </a:solidFill>
            <a:ln>
              <a:solidFill>
                <a:srgbClr val="099C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pic>
          <p:nvPicPr>
            <p:cNvPr id="12" name="Picture 11" descr="A blue whale with a blue tail and a blue box on it&#10;&#10;AI-generated content may be incorrect.">
              <a:extLst>
                <a:ext uri="{FF2B5EF4-FFF2-40B4-BE49-F238E27FC236}">
                  <a16:creationId xmlns:a16="http://schemas.microsoft.com/office/drawing/2014/main" id="{A5A41874-8B41-C034-FEB3-55D2E0B17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3823" y="1744483"/>
              <a:ext cx="2828617" cy="2828615"/>
            </a:xfrm>
            <a:prstGeom prst="rect">
              <a:avLst/>
            </a:prstGeom>
          </p:spPr>
        </p:pic>
      </p:grpSp>
      <p:sp>
        <p:nvSpPr>
          <p:cNvPr id="27" name="Google Shape;663;p27">
            <a:extLst>
              <a:ext uri="{FF2B5EF4-FFF2-40B4-BE49-F238E27FC236}">
                <a16:creationId xmlns:a16="http://schemas.microsoft.com/office/drawing/2014/main" id="{60677B6D-E3ED-CBF9-5F30-D4586D72DCF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27718" y="2373147"/>
            <a:ext cx="2578200" cy="9063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Gruppo LZO: </a:t>
            </a:r>
            <a:br>
              <a:rPr lang="en" dirty="0"/>
            </a:br>
            <a:r>
              <a:rPr lang="en" dirty="0">
                <a:solidFill>
                  <a:srgbClr val="099CEC"/>
                </a:solidFill>
              </a:rPr>
              <a:t>Vittorio Pedroni</a:t>
            </a:r>
            <a:br>
              <a:rPr lang="en" dirty="0"/>
            </a:br>
            <a:r>
              <a:rPr lang="en" dirty="0"/>
              <a:t>Adrienne Macazar</a:t>
            </a:r>
            <a:endParaRPr dirty="0"/>
          </a:p>
        </p:txBody>
      </p:sp>
      <p:cxnSp>
        <p:nvCxnSpPr>
          <p:cNvPr id="28" name="Google Shape;772;p27">
            <a:extLst>
              <a:ext uri="{FF2B5EF4-FFF2-40B4-BE49-F238E27FC236}">
                <a16:creationId xmlns:a16="http://schemas.microsoft.com/office/drawing/2014/main" id="{BD912B19-8398-0ADD-E8EB-F98C2BDBD1CE}"/>
              </a:ext>
            </a:extLst>
          </p:cNvPr>
          <p:cNvCxnSpPr>
            <a:cxnSpLocks/>
          </p:cNvCxnSpPr>
          <p:nvPr/>
        </p:nvCxnSpPr>
        <p:spPr>
          <a:xfrm>
            <a:off x="827718" y="2156374"/>
            <a:ext cx="319575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" name="Google Shape;1111;p37">
            <a:extLst>
              <a:ext uri="{FF2B5EF4-FFF2-40B4-BE49-F238E27FC236}">
                <a16:creationId xmlns:a16="http://schemas.microsoft.com/office/drawing/2014/main" id="{04A10E6B-76F2-27E1-5ADB-086BC2ACCB25}"/>
              </a:ext>
            </a:extLst>
          </p:cNvPr>
          <p:cNvGrpSpPr/>
          <p:nvPr/>
        </p:nvGrpSpPr>
        <p:grpSpPr>
          <a:xfrm>
            <a:off x="7052951" y="-26764"/>
            <a:ext cx="406171" cy="1743141"/>
            <a:chOff x="7093138" y="727500"/>
            <a:chExt cx="422503" cy="1832059"/>
          </a:xfrm>
        </p:grpSpPr>
        <p:sp>
          <p:nvSpPr>
            <p:cNvPr id="31" name="Google Shape;1112;p37">
              <a:extLst>
                <a:ext uri="{FF2B5EF4-FFF2-40B4-BE49-F238E27FC236}">
                  <a16:creationId xmlns:a16="http://schemas.microsoft.com/office/drawing/2014/main" id="{AF0D72A5-A4F7-DCE1-F7C0-A0F02E4B0F26}"/>
                </a:ext>
              </a:extLst>
            </p:cNvPr>
            <p:cNvSpPr/>
            <p:nvPr/>
          </p:nvSpPr>
          <p:spPr>
            <a:xfrm>
              <a:off x="7246525" y="2440303"/>
              <a:ext cx="119221" cy="119256"/>
            </a:xfrm>
            <a:custGeom>
              <a:avLst/>
              <a:gdLst/>
              <a:ahLst/>
              <a:cxnLst/>
              <a:rect l="l" t="t" r="r" b="b"/>
              <a:pathLst>
                <a:path w="3409" h="3410" extrusionOk="0">
                  <a:moveTo>
                    <a:pt x="1705" y="1"/>
                  </a:moveTo>
                  <a:cubicBezTo>
                    <a:pt x="777" y="1"/>
                    <a:pt x="0" y="752"/>
                    <a:pt x="0" y="1705"/>
                  </a:cubicBezTo>
                  <a:cubicBezTo>
                    <a:pt x="0" y="2657"/>
                    <a:pt x="777" y="3409"/>
                    <a:pt x="1705" y="3409"/>
                  </a:cubicBezTo>
                  <a:cubicBezTo>
                    <a:pt x="2657" y="3409"/>
                    <a:pt x="3409" y="2657"/>
                    <a:pt x="3409" y="1705"/>
                  </a:cubicBezTo>
                  <a:cubicBezTo>
                    <a:pt x="3409" y="752"/>
                    <a:pt x="2657" y="1"/>
                    <a:pt x="1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13;p37">
              <a:extLst>
                <a:ext uri="{FF2B5EF4-FFF2-40B4-BE49-F238E27FC236}">
                  <a16:creationId xmlns:a16="http://schemas.microsoft.com/office/drawing/2014/main" id="{74E554EC-D437-5CEA-CE55-C50D3953EC5C}"/>
                </a:ext>
              </a:extLst>
            </p:cNvPr>
            <p:cNvSpPr/>
            <p:nvPr/>
          </p:nvSpPr>
          <p:spPr>
            <a:xfrm>
              <a:off x="7093138" y="2264989"/>
              <a:ext cx="422503" cy="213052"/>
            </a:xfrm>
            <a:custGeom>
              <a:avLst/>
              <a:gdLst/>
              <a:ahLst/>
              <a:cxnLst/>
              <a:rect l="l" t="t" r="r" b="b"/>
              <a:pathLst>
                <a:path w="12081" h="6092" extrusionOk="0">
                  <a:moveTo>
                    <a:pt x="6040" y="1"/>
                  </a:moveTo>
                  <a:cubicBezTo>
                    <a:pt x="2707" y="1"/>
                    <a:pt x="0" y="2708"/>
                    <a:pt x="0" y="6041"/>
                  </a:cubicBezTo>
                  <a:lnTo>
                    <a:pt x="0" y="6091"/>
                  </a:lnTo>
                  <a:lnTo>
                    <a:pt x="12081" y="6091"/>
                  </a:lnTo>
                  <a:lnTo>
                    <a:pt x="12081" y="6041"/>
                  </a:lnTo>
                  <a:cubicBezTo>
                    <a:pt x="12081" y="2708"/>
                    <a:pt x="9374" y="1"/>
                    <a:pt x="6040" y="1"/>
                  </a:cubicBezTo>
                  <a:close/>
                </a:path>
              </a:pathLst>
            </a:custGeom>
            <a:solidFill>
              <a:srgbClr val="099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3" name="Google Shape;1114;p37">
              <a:extLst>
                <a:ext uri="{FF2B5EF4-FFF2-40B4-BE49-F238E27FC236}">
                  <a16:creationId xmlns:a16="http://schemas.microsoft.com/office/drawing/2014/main" id="{0626B76B-BC0E-73B3-A391-D84AC756EDF5}"/>
                </a:ext>
              </a:extLst>
            </p:cNvPr>
            <p:cNvCxnSpPr/>
            <p:nvPr/>
          </p:nvCxnSpPr>
          <p:spPr>
            <a:xfrm rot="10800000">
              <a:off x="7304385" y="727500"/>
              <a:ext cx="0" cy="1537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" name="Google Shape;1111;p37">
            <a:extLst>
              <a:ext uri="{FF2B5EF4-FFF2-40B4-BE49-F238E27FC236}">
                <a16:creationId xmlns:a16="http://schemas.microsoft.com/office/drawing/2014/main" id="{57463FF8-389C-0B9F-3EBB-77BB71E7DACA}"/>
              </a:ext>
            </a:extLst>
          </p:cNvPr>
          <p:cNvGrpSpPr/>
          <p:nvPr/>
        </p:nvGrpSpPr>
        <p:grpSpPr>
          <a:xfrm>
            <a:off x="7432066" y="-453610"/>
            <a:ext cx="598994" cy="2491825"/>
            <a:chOff x="7093138" y="727500"/>
            <a:chExt cx="422503" cy="1832059"/>
          </a:xfrm>
        </p:grpSpPr>
        <p:sp>
          <p:nvSpPr>
            <p:cNvPr id="35" name="Google Shape;1112;p37">
              <a:extLst>
                <a:ext uri="{FF2B5EF4-FFF2-40B4-BE49-F238E27FC236}">
                  <a16:creationId xmlns:a16="http://schemas.microsoft.com/office/drawing/2014/main" id="{F11909D0-F6D3-FBE8-9077-CDE4D04E84D6}"/>
                </a:ext>
              </a:extLst>
            </p:cNvPr>
            <p:cNvSpPr/>
            <p:nvPr/>
          </p:nvSpPr>
          <p:spPr>
            <a:xfrm>
              <a:off x="7246525" y="2440303"/>
              <a:ext cx="119221" cy="119256"/>
            </a:xfrm>
            <a:custGeom>
              <a:avLst/>
              <a:gdLst/>
              <a:ahLst/>
              <a:cxnLst/>
              <a:rect l="l" t="t" r="r" b="b"/>
              <a:pathLst>
                <a:path w="3409" h="3410" extrusionOk="0">
                  <a:moveTo>
                    <a:pt x="1705" y="1"/>
                  </a:moveTo>
                  <a:cubicBezTo>
                    <a:pt x="777" y="1"/>
                    <a:pt x="0" y="752"/>
                    <a:pt x="0" y="1705"/>
                  </a:cubicBezTo>
                  <a:cubicBezTo>
                    <a:pt x="0" y="2657"/>
                    <a:pt x="777" y="3409"/>
                    <a:pt x="1705" y="3409"/>
                  </a:cubicBezTo>
                  <a:cubicBezTo>
                    <a:pt x="2657" y="3409"/>
                    <a:pt x="3409" y="2657"/>
                    <a:pt x="3409" y="1705"/>
                  </a:cubicBezTo>
                  <a:cubicBezTo>
                    <a:pt x="3409" y="752"/>
                    <a:pt x="2657" y="1"/>
                    <a:pt x="1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13;p37">
              <a:extLst>
                <a:ext uri="{FF2B5EF4-FFF2-40B4-BE49-F238E27FC236}">
                  <a16:creationId xmlns:a16="http://schemas.microsoft.com/office/drawing/2014/main" id="{F45FAB10-77F6-B7CB-4CF9-87717F5F832E}"/>
                </a:ext>
              </a:extLst>
            </p:cNvPr>
            <p:cNvSpPr/>
            <p:nvPr/>
          </p:nvSpPr>
          <p:spPr>
            <a:xfrm>
              <a:off x="7093138" y="2264989"/>
              <a:ext cx="422503" cy="213052"/>
            </a:xfrm>
            <a:custGeom>
              <a:avLst/>
              <a:gdLst/>
              <a:ahLst/>
              <a:cxnLst/>
              <a:rect l="l" t="t" r="r" b="b"/>
              <a:pathLst>
                <a:path w="12081" h="6092" extrusionOk="0">
                  <a:moveTo>
                    <a:pt x="6040" y="1"/>
                  </a:moveTo>
                  <a:cubicBezTo>
                    <a:pt x="2707" y="1"/>
                    <a:pt x="0" y="2708"/>
                    <a:pt x="0" y="6041"/>
                  </a:cubicBezTo>
                  <a:lnTo>
                    <a:pt x="0" y="6091"/>
                  </a:lnTo>
                  <a:lnTo>
                    <a:pt x="12081" y="6091"/>
                  </a:lnTo>
                  <a:lnTo>
                    <a:pt x="12081" y="6041"/>
                  </a:lnTo>
                  <a:cubicBezTo>
                    <a:pt x="12081" y="2708"/>
                    <a:pt x="9374" y="1"/>
                    <a:pt x="6040" y="1"/>
                  </a:cubicBezTo>
                  <a:close/>
                </a:path>
              </a:pathLst>
            </a:custGeom>
            <a:solidFill>
              <a:srgbClr val="6DB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7" name="Google Shape;1114;p37">
              <a:extLst>
                <a:ext uri="{FF2B5EF4-FFF2-40B4-BE49-F238E27FC236}">
                  <a16:creationId xmlns:a16="http://schemas.microsoft.com/office/drawing/2014/main" id="{992F2750-404F-8E74-BB53-D333CA2C09CD}"/>
                </a:ext>
              </a:extLst>
            </p:cNvPr>
            <p:cNvCxnSpPr/>
            <p:nvPr/>
          </p:nvCxnSpPr>
          <p:spPr>
            <a:xfrm rot="10800000">
              <a:off x="7304385" y="727500"/>
              <a:ext cx="0" cy="1537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47346317"/>
      </p:ext>
    </p:extLst>
  </p:cSld>
  <p:clrMapOvr>
    <a:masterClrMapping/>
  </p:clrMapOvr>
</p:sld>
</file>

<file path=ppt/theme/theme1.xml><?xml version="1.0" encoding="utf-8"?>
<a:theme xmlns:a="http://schemas.openxmlformats.org/drawingml/2006/main" name="Administrative Process Review Meeting by Slidesgo">
  <a:themeElements>
    <a:clrScheme name="Simple Light">
      <a:dk1>
        <a:srgbClr val="000000"/>
      </a:dk1>
      <a:lt1>
        <a:srgbClr val="F7F7F7"/>
      </a:lt1>
      <a:dk2>
        <a:srgbClr val="5757FF"/>
      </a:dk2>
      <a:lt2>
        <a:srgbClr val="FF1D2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Microsoft Office PowerPoint</Application>
  <PresentationFormat>On-screen Show (16:9)</PresentationFormat>
  <Paragraphs>233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DM Sans</vt:lpstr>
      <vt:lpstr>Arial</vt:lpstr>
      <vt:lpstr>Yu Mincho Light</vt:lpstr>
      <vt:lpstr>Administrative Process Review Meeting by Slidesgo</vt:lpstr>
      <vt:lpstr>Creazione di DockerFile tramite GUI: AutoDocker</vt:lpstr>
      <vt:lpstr>Struttura presentazione</vt:lpstr>
      <vt:lpstr>Processi di sviluppo</vt:lpstr>
      <vt:lpstr>Gestione gruppo di lavoro</vt:lpstr>
      <vt:lpstr>Modello utilizzato e dialogo con il cliente </vt:lpstr>
      <vt:lpstr>Requisiti e casi d’uso</vt:lpstr>
      <vt:lpstr>Requisiti Form</vt:lpstr>
      <vt:lpstr>Requisiti DockerFile</vt:lpstr>
      <vt:lpstr>Requisiti Docker Compose</vt:lpstr>
      <vt:lpstr>Casi d’uso: gli attori</vt:lpstr>
      <vt:lpstr>Casi d’uso</vt:lpstr>
      <vt:lpstr>Casi d’uso</vt:lpstr>
      <vt:lpstr>Casi d’uso</vt:lpstr>
      <vt:lpstr>Matrice di Tracciabilità</vt:lpstr>
      <vt:lpstr>Struttura sito</vt:lpstr>
      <vt:lpstr>Pagina Home</vt:lpstr>
      <vt:lpstr>Pagina Generazione File</vt:lpstr>
      <vt:lpstr>Tema pagina</vt:lpstr>
      <vt:lpstr>Processo di Creazione Dockerfile </vt:lpstr>
      <vt:lpstr>Diagramma di Attività</vt:lpstr>
      <vt:lpstr>Sequenza Dockerfile</vt:lpstr>
      <vt:lpstr>Sequenza Docker Compose</vt:lpstr>
      <vt:lpstr>Architettura  dei Componenti</vt:lpstr>
      <vt:lpstr>Aggiungi Comando</vt:lpstr>
      <vt:lpstr>Rimuovi Comando</vt:lpstr>
      <vt:lpstr>Inserisci Preset</vt:lpstr>
      <vt:lpstr>Form submit</vt:lpstr>
      <vt:lpstr>Form submit</vt:lpstr>
      <vt:lpstr>Backend - Generazione file</vt:lpstr>
      <vt:lpstr>Grazie per l’attenzione!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Adrienne Chloe Rayos MACAZAR</cp:lastModifiedBy>
  <cp:revision>1</cp:revision>
  <dcterms:modified xsi:type="dcterms:W3CDTF">2025-03-04T15:42:38Z</dcterms:modified>
</cp:coreProperties>
</file>